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9" r:id="rId4"/>
    <p:sldMasterId id="2147483740"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Inter SemiBold"/>
      <p:regular r:id="rId14"/>
      <p:bold r:id="rId15"/>
      <p:italic r:id="rId16"/>
      <p:boldItalic r:id="rId17"/>
    </p:embeddedFont>
    <p:embeddedFont>
      <p:font typeface="Inter Light"/>
      <p:regular r:id="rId18"/>
      <p:bold r:id="rId19"/>
      <p:italic r:id="rId20"/>
      <p:boldItalic r:id="rId21"/>
    </p:embeddedFont>
    <p:embeddedFont>
      <p:font typeface="Gowun Batang"/>
      <p:regular r:id="rId22"/>
      <p:bold r:id="rId23"/>
    </p:embeddedFont>
    <p:embeddedFont>
      <p:font typeface="Inter"/>
      <p:regular r:id="rId24"/>
      <p:bold r:id="rId25"/>
      <p:italic r:id="rId26"/>
      <p:boldItalic r:id="rId27"/>
    </p:embeddedFont>
    <p:embeddedFont>
      <p:font typeface="Inter Medium"/>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Medium-boldItalic.fntdata"/><Relationship Id="rId30" Type="http://schemas.openxmlformats.org/officeDocument/2006/relationships/font" Target="fonts/InterMedium-italic.fntdata"/><Relationship Id="rId20" Type="http://schemas.openxmlformats.org/officeDocument/2006/relationships/font" Target="fonts/InterLight-italic.fntdata"/><Relationship Id="rId22" Type="http://schemas.openxmlformats.org/officeDocument/2006/relationships/font" Target="fonts/GowunBatang-regular.fntdata"/><Relationship Id="rId21" Type="http://schemas.openxmlformats.org/officeDocument/2006/relationships/font" Target="fonts/InterLight-boldItalic.fntdata"/><Relationship Id="rId24" Type="http://schemas.openxmlformats.org/officeDocument/2006/relationships/font" Target="fonts/Inter-regular.fntdata"/><Relationship Id="rId23" Type="http://schemas.openxmlformats.org/officeDocument/2006/relationships/font" Target="fonts/GowunBatang-bold.fntdata"/><Relationship Id="rId26" Type="http://schemas.openxmlformats.org/officeDocument/2006/relationships/font" Target="fonts/Inter-italic.fntdata"/><Relationship Id="rId25" Type="http://schemas.openxmlformats.org/officeDocument/2006/relationships/font" Target="fonts/Inter-bold.fntdata"/><Relationship Id="rId28" Type="http://schemas.openxmlformats.org/officeDocument/2006/relationships/font" Target="fonts/InterMedium-regular.fntdata"/><Relationship Id="rId27" Type="http://schemas.openxmlformats.org/officeDocument/2006/relationships/font" Target="fonts/Inter-boldItalic.fntdata"/><Relationship Id="rId29" Type="http://schemas.openxmlformats.org/officeDocument/2006/relationships/font" Target="fonts/InterMedium-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nterSemiBold-bold.fntdata"/><Relationship Id="rId14" Type="http://schemas.openxmlformats.org/officeDocument/2006/relationships/font" Target="fonts/InterSemiBold-regular.fntdata"/><Relationship Id="rId17" Type="http://schemas.openxmlformats.org/officeDocument/2006/relationships/font" Target="fonts/InterSemiBold-boldItalic.fntdata"/><Relationship Id="rId16" Type="http://schemas.openxmlformats.org/officeDocument/2006/relationships/font" Target="fonts/InterSemiBold-italic.fntdata"/><Relationship Id="rId19" Type="http://schemas.openxmlformats.org/officeDocument/2006/relationships/font" Target="fonts/InterLight-bold.fntdata"/><Relationship Id="rId18" Type="http://schemas.openxmlformats.org/officeDocument/2006/relationships/font" Target="fonts/Inter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3f25708bb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3f25708bb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g3f25708bb27_0_1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6" name="Google Shape;1476;g3f25708bb27_0_1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g3f25708bb27_0_1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3" name="Google Shape;1503;g3f25708bb27_0_1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g3f25708bb27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9" name="Google Shape;1529;g3f25708bb27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g3f25708bb27_0_1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6" name="Google Shape;1556;g3f25708bb27_0_1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g3f25708bb27_0_1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6" name="Google Shape;1576;g3f25708bb27_0_1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3f25708bb27_0_1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3" name="Google Shape;1603;g3f25708bb27_0_1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1" type="blank">
  <p:cSld name="BLANK">
    <p:bg>
      <p:bgPr>
        <a:solidFill>
          <a:schemeClr val="lt1"/>
        </a:solidFill>
      </p:bgPr>
    </p:bg>
    <p:spTree>
      <p:nvGrpSpPr>
        <p:cNvPr id="53" name="Shape 53"/>
        <p:cNvGrpSpPr/>
        <p:nvPr/>
      </p:nvGrpSpPr>
      <p:grpSpPr>
        <a:xfrm>
          <a:off x="0" y="0"/>
          <a:ext cx="0" cy="0"/>
          <a:chOff x="0" y="0"/>
          <a:chExt cx="0" cy="0"/>
        </a:xfrm>
      </p:grpSpPr>
      <p:grpSp>
        <p:nvGrpSpPr>
          <p:cNvPr id="54" name="Google Shape;54;p14"/>
          <p:cNvGrpSpPr/>
          <p:nvPr/>
        </p:nvGrpSpPr>
        <p:grpSpPr>
          <a:xfrm>
            <a:off x="-800" y="-150"/>
            <a:ext cx="9145250" cy="5144250"/>
            <a:chOff x="-800" y="-150"/>
            <a:chExt cx="9145250" cy="5144250"/>
          </a:xfrm>
        </p:grpSpPr>
        <p:cxnSp>
          <p:nvCxnSpPr>
            <p:cNvPr id="55" name="Google Shape;55;p14"/>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56" name="Google Shape;56;p14"/>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7" name="Google Shape;57;p14"/>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58" name="Google Shape;58;p14"/>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59" name="Google Shape;59;p14"/>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0" name="Google Shape;60;p14"/>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1" name="Google Shape;61;p14"/>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62" name="Google Shape;62;p14"/>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63" name="Google Shape;63;p14"/>
          <p:cNvSpPr txBox="1"/>
          <p:nvPr>
            <p:ph idx="1" type="subTitle"/>
          </p:nvPr>
        </p:nvSpPr>
        <p:spPr>
          <a:xfrm>
            <a:off x="521375" y="2782850"/>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64" name="Google Shape;64;p14"/>
          <p:cNvSpPr txBox="1"/>
          <p:nvPr>
            <p:ph idx="2" type="subTitle"/>
          </p:nvPr>
        </p:nvSpPr>
        <p:spPr>
          <a:xfrm>
            <a:off x="518400" y="3609525"/>
            <a:ext cx="6710400" cy="1010100"/>
          </a:xfrm>
          <a:prstGeom prst="rect">
            <a:avLst/>
          </a:prstGeom>
        </p:spPr>
        <p:txBody>
          <a:bodyPr anchorCtr="0" anchor="ctr" bIns="91425" lIns="274300" spcFirstLastPara="1" rIns="274300"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65" name="Google Shape;65;p14"/>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66" name="Google Shape;66;p14"/>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3">
    <p:bg>
      <p:bgPr>
        <a:solidFill>
          <a:schemeClr val="lt2"/>
        </a:solidFill>
      </p:bgPr>
    </p:bg>
    <p:spTree>
      <p:nvGrpSpPr>
        <p:cNvPr id="67" name="Shape 67"/>
        <p:cNvGrpSpPr/>
        <p:nvPr/>
      </p:nvGrpSpPr>
      <p:grpSpPr>
        <a:xfrm>
          <a:off x="0" y="0"/>
          <a:ext cx="0" cy="0"/>
          <a:chOff x="0" y="0"/>
          <a:chExt cx="0" cy="0"/>
        </a:xfrm>
      </p:grpSpPr>
      <p:sp>
        <p:nvSpPr>
          <p:cNvPr id="68" name="Google Shape;68;p15"/>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69" name="Google Shape;69;p15"/>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0" name="Google Shape;70;p15"/>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1" name="Google Shape;71;p15"/>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2" name="Google Shape;72;p15"/>
          <p:cNvSpPr txBox="1"/>
          <p:nvPr>
            <p:ph type="title"/>
          </p:nvPr>
        </p:nvSpPr>
        <p:spPr>
          <a:xfrm flipH="1">
            <a:off x="1040775" y="1307575"/>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3" name="Google Shape;73;p15"/>
          <p:cNvSpPr txBox="1"/>
          <p:nvPr>
            <p:ph idx="5" type="title"/>
          </p:nvPr>
        </p:nvSpPr>
        <p:spPr>
          <a:xfrm flipH="1">
            <a:off x="1040775" y="2053325"/>
            <a:ext cx="7581900" cy="7473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4" name="Google Shape;74;p15"/>
          <p:cNvSpPr txBox="1"/>
          <p:nvPr>
            <p:ph idx="6" type="title"/>
          </p:nvPr>
        </p:nvSpPr>
        <p:spPr>
          <a:xfrm flipH="1">
            <a:off x="1040775" y="2800750"/>
            <a:ext cx="7581900" cy="7419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5" name="Google Shape;75;p15"/>
          <p:cNvSpPr txBox="1"/>
          <p:nvPr>
            <p:ph idx="7" type="title"/>
          </p:nvPr>
        </p:nvSpPr>
        <p:spPr>
          <a:xfrm flipH="1">
            <a:off x="1040775" y="3542475"/>
            <a:ext cx="7581900" cy="7551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6" name="Google Shape;76;p15"/>
          <p:cNvSpPr txBox="1"/>
          <p:nvPr>
            <p:ph idx="8" type="title"/>
          </p:nvPr>
        </p:nvSpPr>
        <p:spPr>
          <a:xfrm flipH="1">
            <a:off x="1040775" y="4297600"/>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7" name="Google Shape;77;p15"/>
          <p:cNvSpPr txBox="1"/>
          <p:nvPr>
            <p:ph idx="9" type="title"/>
          </p:nvPr>
        </p:nvSpPr>
        <p:spPr>
          <a:xfrm flipH="1">
            <a:off x="1040775" y="666250"/>
            <a:ext cx="75819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ummary">
  <p:cSld name="BLANK_1_1_1_1_1_1_1_2_1">
    <p:bg>
      <p:bgPr>
        <a:solidFill>
          <a:schemeClr val="lt2"/>
        </a:solidFill>
      </p:bgPr>
    </p:bg>
    <p:spTree>
      <p:nvGrpSpPr>
        <p:cNvPr id="78" name="Shape 78"/>
        <p:cNvGrpSpPr/>
        <p:nvPr/>
      </p:nvGrpSpPr>
      <p:grpSpPr>
        <a:xfrm>
          <a:off x="0" y="0"/>
          <a:ext cx="0" cy="0"/>
          <a:chOff x="0" y="0"/>
          <a:chExt cx="0" cy="0"/>
        </a:xfrm>
      </p:grpSpPr>
      <p:sp>
        <p:nvSpPr>
          <p:cNvPr id="79" name="Google Shape;79;p16"/>
          <p:cNvSpPr txBox="1"/>
          <p:nvPr>
            <p:ph type="title"/>
          </p:nvPr>
        </p:nvSpPr>
        <p:spPr>
          <a:xfrm>
            <a:off x="1040950" y="1667775"/>
            <a:ext cx="20220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80" name="Google Shape;80;p16"/>
          <p:cNvSpPr txBox="1"/>
          <p:nvPr>
            <p:ph idx="1" type="body"/>
          </p:nvPr>
        </p:nvSpPr>
        <p:spPr>
          <a:xfrm>
            <a:off x="1041000" y="2309175"/>
            <a:ext cx="20220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1" name="Google Shape;81;p16"/>
          <p:cNvSpPr txBox="1"/>
          <p:nvPr>
            <p:ph idx="2" type="title"/>
          </p:nvPr>
        </p:nvSpPr>
        <p:spPr>
          <a:xfrm>
            <a:off x="3065850" y="1667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82" name="Google Shape;82;p16"/>
          <p:cNvSpPr txBox="1"/>
          <p:nvPr>
            <p:ph idx="3" type="body"/>
          </p:nvPr>
        </p:nvSpPr>
        <p:spPr>
          <a:xfrm>
            <a:off x="3065900" y="2309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3" name="Google Shape;83;p16"/>
          <p:cNvSpPr txBox="1"/>
          <p:nvPr>
            <p:ph idx="4" type="title"/>
          </p:nvPr>
        </p:nvSpPr>
        <p:spPr>
          <a:xfrm>
            <a:off x="5090675" y="1667775"/>
            <a:ext cx="20277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84" name="Google Shape;84;p16"/>
          <p:cNvSpPr txBox="1"/>
          <p:nvPr>
            <p:ph idx="5" type="body"/>
          </p:nvPr>
        </p:nvSpPr>
        <p:spPr>
          <a:xfrm>
            <a:off x="5090725" y="2309175"/>
            <a:ext cx="20277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5" name="Google Shape;85;p16"/>
          <p:cNvSpPr txBox="1"/>
          <p:nvPr>
            <p:ph idx="6" type="title"/>
          </p:nvPr>
        </p:nvSpPr>
        <p:spPr>
          <a:xfrm>
            <a:off x="7118725" y="1667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86" name="Google Shape;86;p16"/>
          <p:cNvSpPr txBox="1"/>
          <p:nvPr>
            <p:ph idx="7" type="body"/>
          </p:nvPr>
        </p:nvSpPr>
        <p:spPr>
          <a:xfrm>
            <a:off x="7118775" y="2309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7" name="Google Shape;87;p16"/>
          <p:cNvSpPr txBox="1"/>
          <p:nvPr>
            <p:ph idx="8" type="title"/>
          </p:nvPr>
        </p:nvSpPr>
        <p:spPr>
          <a:xfrm>
            <a:off x="1040950" y="3584775"/>
            <a:ext cx="20220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88" name="Google Shape;88;p16"/>
          <p:cNvSpPr txBox="1"/>
          <p:nvPr>
            <p:ph idx="9" type="body"/>
          </p:nvPr>
        </p:nvSpPr>
        <p:spPr>
          <a:xfrm>
            <a:off x="1041000" y="4226175"/>
            <a:ext cx="20220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 name="Google Shape;89;p16"/>
          <p:cNvSpPr txBox="1"/>
          <p:nvPr>
            <p:ph idx="13" type="title"/>
          </p:nvPr>
        </p:nvSpPr>
        <p:spPr>
          <a:xfrm>
            <a:off x="3065850" y="3584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90" name="Google Shape;90;p16"/>
          <p:cNvSpPr txBox="1"/>
          <p:nvPr>
            <p:ph idx="14" type="body"/>
          </p:nvPr>
        </p:nvSpPr>
        <p:spPr>
          <a:xfrm>
            <a:off x="3065900" y="4226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1" name="Google Shape;91;p16"/>
          <p:cNvSpPr txBox="1"/>
          <p:nvPr>
            <p:ph idx="15" type="title"/>
          </p:nvPr>
        </p:nvSpPr>
        <p:spPr>
          <a:xfrm>
            <a:off x="5090675" y="3584775"/>
            <a:ext cx="20277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92" name="Google Shape;92;p16"/>
          <p:cNvSpPr txBox="1"/>
          <p:nvPr>
            <p:ph idx="16" type="body"/>
          </p:nvPr>
        </p:nvSpPr>
        <p:spPr>
          <a:xfrm>
            <a:off x="5090725" y="4226175"/>
            <a:ext cx="20277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3" name="Google Shape;93;p16"/>
          <p:cNvSpPr txBox="1"/>
          <p:nvPr>
            <p:ph idx="17" type="title"/>
          </p:nvPr>
        </p:nvSpPr>
        <p:spPr>
          <a:xfrm>
            <a:off x="7118725" y="3584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94" name="Google Shape;94;p16"/>
          <p:cNvSpPr txBox="1"/>
          <p:nvPr>
            <p:ph idx="18" type="body"/>
          </p:nvPr>
        </p:nvSpPr>
        <p:spPr>
          <a:xfrm>
            <a:off x="7118775" y="4226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5" name="Google Shape;95;p16"/>
          <p:cNvSpPr txBox="1"/>
          <p:nvPr>
            <p:ph idx="1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6" name="Google Shape;96;p16"/>
          <p:cNvSpPr txBox="1"/>
          <p:nvPr>
            <p:ph idx="20"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97" name="Google Shape;97;p16"/>
          <p:cNvSpPr txBox="1"/>
          <p:nvPr>
            <p:ph idx="21"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8" name="Google Shape;98;p16"/>
          <p:cNvSpPr txBox="1"/>
          <p:nvPr>
            <p:ph idx="2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9" name="Google Shape;99;p16"/>
          <p:cNvSpPr txBox="1"/>
          <p:nvPr>
            <p:ph idx="23"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bg>
      <p:bgPr>
        <a:solidFill>
          <a:schemeClr val="lt1"/>
        </a:solidFill>
      </p:bgPr>
    </p:bg>
    <p:spTree>
      <p:nvGrpSpPr>
        <p:cNvPr id="100" name="Shape 100"/>
        <p:cNvGrpSpPr/>
        <p:nvPr/>
      </p:nvGrpSpPr>
      <p:grpSpPr>
        <a:xfrm>
          <a:off x="0" y="0"/>
          <a:ext cx="0" cy="0"/>
          <a:chOff x="0" y="0"/>
          <a:chExt cx="0" cy="0"/>
        </a:xfrm>
      </p:grpSpPr>
      <p:sp>
        <p:nvSpPr>
          <p:cNvPr id="101" name="Google Shape;101;p17"/>
          <p:cNvSpPr txBox="1"/>
          <p:nvPr>
            <p:ph idx="1" type="subTitle"/>
          </p:nvPr>
        </p:nvSpPr>
        <p:spPr>
          <a:xfrm>
            <a:off x="1041050" y="334925"/>
            <a:ext cx="57261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102" name="Google Shape;102;p17"/>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3" name="Google Shape;103;p17"/>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4" name="Google Shape;104;p17"/>
          <p:cNvSpPr txBox="1"/>
          <p:nvPr>
            <p:ph type="title"/>
          </p:nvPr>
        </p:nvSpPr>
        <p:spPr>
          <a:xfrm>
            <a:off x="104210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5" name="Google Shape;105;p17"/>
          <p:cNvSpPr txBox="1"/>
          <p:nvPr>
            <p:ph idx="4" type="title"/>
          </p:nvPr>
        </p:nvSpPr>
        <p:spPr>
          <a:xfrm>
            <a:off x="486175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6" name="Google Shape;106;p17"/>
          <p:cNvSpPr txBox="1"/>
          <p:nvPr>
            <p:ph idx="5" type="title"/>
          </p:nvPr>
        </p:nvSpPr>
        <p:spPr>
          <a:xfrm>
            <a:off x="295200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7" name="Google Shape;107;p17"/>
          <p:cNvSpPr txBox="1"/>
          <p:nvPr>
            <p:ph idx="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8" name="Google Shape;108;p17"/>
          <p:cNvSpPr txBox="1"/>
          <p:nvPr>
            <p:ph idx="7" type="title"/>
          </p:nvPr>
        </p:nvSpPr>
        <p:spPr>
          <a:xfrm flipH="1">
            <a:off x="1046200" y="772500"/>
            <a:ext cx="5726100" cy="21255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2400"/>
              <a:buNone/>
              <a:defRPr sz="2400">
                <a:solidFill>
                  <a:schemeClr val="dk1"/>
                </a:solidFill>
              </a:defRPr>
            </a:lvl2pPr>
            <a:lvl3pPr lvl="2">
              <a:lnSpc>
                <a:spcPct val="80000"/>
              </a:lnSpc>
              <a:spcBef>
                <a:spcPts val="0"/>
              </a:spcBef>
              <a:spcAft>
                <a:spcPts val="0"/>
              </a:spcAft>
              <a:buClr>
                <a:schemeClr val="dk1"/>
              </a:buClr>
              <a:buSzPts val="2400"/>
              <a:buNone/>
              <a:defRPr sz="2400">
                <a:solidFill>
                  <a:schemeClr val="dk1"/>
                </a:solidFill>
              </a:defRPr>
            </a:lvl3pPr>
            <a:lvl4pPr lvl="3">
              <a:lnSpc>
                <a:spcPct val="80000"/>
              </a:lnSpc>
              <a:spcBef>
                <a:spcPts val="0"/>
              </a:spcBef>
              <a:spcAft>
                <a:spcPts val="0"/>
              </a:spcAft>
              <a:buClr>
                <a:schemeClr val="dk1"/>
              </a:buClr>
              <a:buSzPts val="2400"/>
              <a:buNone/>
              <a:defRPr sz="2400">
                <a:solidFill>
                  <a:schemeClr val="dk1"/>
                </a:solidFill>
              </a:defRPr>
            </a:lvl4pPr>
            <a:lvl5pPr lvl="4">
              <a:lnSpc>
                <a:spcPct val="80000"/>
              </a:lnSpc>
              <a:spcBef>
                <a:spcPts val="0"/>
              </a:spcBef>
              <a:spcAft>
                <a:spcPts val="0"/>
              </a:spcAft>
              <a:buClr>
                <a:schemeClr val="dk1"/>
              </a:buClr>
              <a:buSzPts val="2400"/>
              <a:buNone/>
              <a:defRPr sz="2400">
                <a:solidFill>
                  <a:schemeClr val="dk1"/>
                </a:solidFill>
              </a:defRPr>
            </a:lvl5pPr>
            <a:lvl6pPr lvl="5">
              <a:lnSpc>
                <a:spcPct val="80000"/>
              </a:lnSpc>
              <a:spcBef>
                <a:spcPts val="0"/>
              </a:spcBef>
              <a:spcAft>
                <a:spcPts val="0"/>
              </a:spcAft>
              <a:buClr>
                <a:schemeClr val="dk1"/>
              </a:buClr>
              <a:buSzPts val="2400"/>
              <a:buNone/>
              <a:defRPr sz="2400">
                <a:solidFill>
                  <a:schemeClr val="dk1"/>
                </a:solidFill>
              </a:defRPr>
            </a:lvl6pPr>
            <a:lvl7pPr lvl="6">
              <a:lnSpc>
                <a:spcPct val="80000"/>
              </a:lnSpc>
              <a:spcBef>
                <a:spcPts val="0"/>
              </a:spcBef>
              <a:spcAft>
                <a:spcPts val="0"/>
              </a:spcAft>
              <a:buClr>
                <a:schemeClr val="dk1"/>
              </a:buClr>
              <a:buSzPts val="2400"/>
              <a:buNone/>
              <a:defRPr sz="2400">
                <a:solidFill>
                  <a:schemeClr val="dk1"/>
                </a:solidFill>
              </a:defRPr>
            </a:lvl7pPr>
            <a:lvl8pPr lvl="7">
              <a:lnSpc>
                <a:spcPct val="80000"/>
              </a:lnSpc>
              <a:spcBef>
                <a:spcPts val="0"/>
              </a:spcBef>
              <a:spcAft>
                <a:spcPts val="0"/>
              </a:spcAft>
              <a:buClr>
                <a:schemeClr val="dk1"/>
              </a:buClr>
              <a:buSzPts val="2400"/>
              <a:buNone/>
              <a:defRPr sz="2400">
                <a:solidFill>
                  <a:schemeClr val="dk1"/>
                </a:solidFill>
              </a:defRPr>
            </a:lvl8pPr>
            <a:lvl9pPr lvl="8">
              <a:lnSpc>
                <a:spcPct val="80000"/>
              </a:lnSpc>
              <a:spcBef>
                <a:spcPts val="0"/>
              </a:spcBef>
              <a:spcAft>
                <a:spcPts val="0"/>
              </a:spcAft>
              <a:buClr>
                <a:schemeClr val="dk1"/>
              </a:buClr>
              <a:buSzPts val="2400"/>
              <a:buNone/>
              <a:defRPr sz="2400">
                <a:solidFill>
                  <a:schemeClr val="dk1"/>
                </a:solidFill>
              </a:defRPr>
            </a:lvl9pPr>
          </a:lstStyle>
          <a:p/>
        </p:txBody>
      </p:sp>
      <p:sp>
        <p:nvSpPr>
          <p:cNvPr id="109" name="Google Shape;109;p17"/>
          <p:cNvSpPr txBox="1"/>
          <p:nvPr>
            <p:ph idx="8" type="subTitle"/>
          </p:nvPr>
        </p:nvSpPr>
        <p:spPr>
          <a:xfrm>
            <a:off x="1042100"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110" name="Google Shape;110;p17"/>
          <p:cNvSpPr txBox="1"/>
          <p:nvPr>
            <p:ph idx="9" type="title"/>
          </p:nvPr>
        </p:nvSpPr>
        <p:spPr>
          <a:xfrm>
            <a:off x="6771475"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11" name="Google Shape;111;p17"/>
          <p:cNvSpPr txBox="1"/>
          <p:nvPr>
            <p:ph idx="13" type="subTitle"/>
          </p:nvPr>
        </p:nvSpPr>
        <p:spPr>
          <a:xfrm>
            <a:off x="2951438"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112" name="Google Shape;112;p17"/>
          <p:cNvSpPr txBox="1"/>
          <p:nvPr>
            <p:ph idx="14" type="subTitle"/>
          </p:nvPr>
        </p:nvSpPr>
        <p:spPr>
          <a:xfrm>
            <a:off x="4862838"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113" name="Google Shape;113;p17"/>
          <p:cNvSpPr txBox="1"/>
          <p:nvPr>
            <p:ph idx="15" type="subTitle"/>
          </p:nvPr>
        </p:nvSpPr>
        <p:spPr>
          <a:xfrm>
            <a:off x="6774249" y="3515850"/>
            <a:ext cx="18489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Team Intro - ALT 1">
  <p:cSld name="BLANK_1_4">
    <p:bg>
      <p:bgPr>
        <a:solidFill>
          <a:schemeClr val="lt2"/>
        </a:solidFill>
      </p:bgPr>
    </p:bg>
    <p:spTree>
      <p:nvGrpSpPr>
        <p:cNvPr id="114" name="Shape 114"/>
        <p:cNvGrpSpPr/>
        <p:nvPr/>
      </p:nvGrpSpPr>
      <p:grpSpPr>
        <a:xfrm>
          <a:off x="0" y="0"/>
          <a:ext cx="0" cy="0"/>
          <a:chOff x="0" y="0"/>
          <a:chExt cx="0" cy="0"/>
        </a:xfrm>
      </p:grpSpPr>
      <p:sp>
        <p:nvSpPr>
          <p:cNvPr id="115" name="Google Shape;115;p18"/>
          <p:cNvSpPr txBox="1"/>
          <p:nvPr>
            <p:ph idx="1" type="subTitle"/>
          </p:nvPr>
        </p:nvSpPr>
        <p:spPr>
          <a:xfrm>
            <a:off x="7876950" y="4432750"/>
            <a:ext cx="12678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16" name="Google Shape;116;p18"/>
          <p:cNvSpPr txBox="1"/>
          <p:nvPr>
            <p:ph idx="2" type="subTitle"/>
          </p:nvPr>
        </p:nvSpPr>
        <p:spPr>
          <a:xfrm>
            <a:off x="6616523"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17" name="Google Shape;117;p18"/>
          <p:cNvSpPr txBox="1"/>
          <p:nvPr>
            <p:ph idx="3" type="subTitle"/>
          </p:nvPr>
        </p:nvSpPr>
        <p:spPr>
          <a:xfrm>
            <a:off x="5357423"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18" name="Google Shape;118;p18"/>
          <p:cNvSpPr txBox="1"/>
          <p:nvPr>
            <p:ph idx="4" type="subTitle"/>
          </p:nvPr>
        </p:nvSpPr>
        <p:spPr>
          <a:xfrm>
            <a:off x="4097348"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19" name="Google Shape;119;p18"/>
          <p:cNvSpPr txBox="1"/>
          <p:nvPr>
            <p:ph idx="5" type="subTitle"/>
          </p:nvPr>
        </p:nvSpPr>
        <p:spPr>
          <a:xfrm>
            <a:off x="2829250" y="4432750"/>
            <a:ext cx="1268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20" name="Google Shape;120;p18"/>
          <p:cNvSpPr txBox="1"/>
          <p:nvPr>
            <p:ph idx="6" type="subTitle"/>
          </p:nvPr>
        </p:nvSpPr>
        <p:spPr>
          <a:xfrm>
            <a:off x="7876950" y="2287525"/>
            <a:ext cx="12678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21" name="Google Shape;121;p18"/>
          <p:cNvSpPr txBox="1"/>
          <p:nvPr>
            <p:ph idx="7" type="subTitle"/>
          </p:nvPr>
        </p:nvSpPr>
        <p:spPr>
          <a:xfrm>
            <a:off x="6616523"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22" name="Google Shape;122;p18"/>
          <p:cNvSpPr txBox="1"/>
          <p:nvPr>
            <p:ph idx="8" type="subTitle"/>
          </p:nvPr>
        </p:nvSpPr>
        <p:spPr>
          <a:xfrm>
            <a:off x="5357423"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23" name="Google Shape;123;p18"/>
          <p:cNvSpPr txBox="1"/>
          <p:nvPr>
            <p:ph idx="9" type="subTitle"/>
          </p:nvPr>
        </p:nvSpPr>
        <p:spPr>
          <a:xfrm>
            <a:off x="4097348"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24" name="Google Shape;124;p18"/>
          <p:cNvSpPr txBox="1"/>
          <p:nvPr>
            <p:ph type="title"/>
          </p:nvPr>
        </p:nvSpPr>
        <p:spPr>
          <a:xfrm>
            <a:off x="519850" y="844700"/>
            <a:ext cx="2309400" cy="2142000"/>
          </a:xfrm>
          <a:prstGeom prst="rect">
            <a:avLst/>
          </a:prstGeom>
        </p:spPr>
        <p:txBody>
          <a:bodyPr anchorCtr="0" anchor="ctr" bIns="91425" lIns="182875" spcFirstLastPara="1" rIns="182875" wrap="square" tIns="91425">
            <a:noAutofit/>
          </a:bodyPr>
          <a:lstStyle>
            <a:lvl1pPr lvl="0"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9pPr>
          </a:lstStyle>
          <a:p/>
        </p:txBody>
      </p:sp>
      <p:sp>
        <p:nvSpPr>
          <p:cNvPr id="125" name="Google Shape;125;p18"/>
          <p:cNvSpPr txBox="1"/>
          <p:nvPr>
            <p:ph idx="1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6" name="Google Shape;126;p18"/>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7" name="Google Shape;127;p18"/>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8" name="Google Shape;128;p18"/>
          <p:cNvSpPr txBox="1"/>
          <p:nvPr>
            <p:ph idx="16"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29" name="Google Shape;129;p1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0" name="Google Shape;130;p1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31" name="Google Shape;131;p18"/>
          <p:cNvSpPr txBox="1"/>
          <p:nvPr>
            <p:ph idx="17" type="title"/>
          </p:nvPr>
        </p:nvSpPr>
        <p:spPr>
          <a:xfrm>
            <a:off x="519850" y="2986700"/>
            <a:ext cx="2309400" cy="2142000"/>
          </a:xfrm>
          <a:prstGeom prst="rect">
            <a:avLst/>
          </a:prstGeom>
        </p:spPr>
        <p:txBody>
          <a:bodyPr anchorCtr="0" anchor="ctr" bIns="91425" lIns="182875" spcFirstLastPara="1" rIns="182875" wrap="square" tIns="91425">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32" name="Google Shape;132;p18"/>
          <p:cNvSpPr txBox="1"/>
          <p:nvPr>
            <p:ph idx="18" type="subTitle"/>
          </p:nvPr>
        </p:nvSpPr>
        <p:spPr>
          <a:xfrm>
            <a:off x="2829250" y="2287525"/>
            <a:ext cx="1268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33" name="Google Shape;133;p18"/>
          <p:cNvSpPr/>
          <p:nvPr>
            <p:ph idx="19" type="pic"/>
          </p:nvPr>
        </p:nvSpPr>
        <p:spPr>
          <a:xfrm>
            <a:off x="2833325" y="844900"/>
            <a:ext cx="1259100" cy="1443000"/>
          </a:xfrm>
          <a:prstGeom prst="rect">
            <a:avLst/>
          </a:prstGeom>
          <a:noFill/>
          <a:ln>
            <a:noFill/>
          </a:ln>
        </p:spPr>
      </p:sp>
      <p:sp>
        <p:nvSpPr>
          <p:cNvPr id="134" name="Google Shape;134;p18"/>
          <p:cNvSpPr/>
          <p:nvPr>
            <p:ph idx="20" type="pic"/>
          </p:nvPr>
        </p:nvSpPr>
        <p:spPr>
          <a:xfrm>
            <a:off x="4102050" y="844900"/>
            <a:ext cx="1250100" cy="1443000"/>
          </a:xfrm>
          <a:prstGeom prst="rect">
            <a:avLst/>
          </a:prstGeom>
          <a:noFill/>
          <a:ln>
            <a:noFill/>
          </a:ln>
        </p:spPr>
      </p:sp>
      <p:sp>
        <p:nvSpPr>
          <p:cNvPr id="135" name="Google Shape;135;p18"/>
          <p:cNvSpPr/>
          <p:nvPr>
            <p:ph idx="21" type="pic"/>
          </p:nvPr>
        </p:nvSpPr>
        <p:spPr>
          <a:xfrm>
            <a:off x="5362100" y="844900"/>
            <a:ext cx="1250100" cy="1443000"/>
          </a:xfrm>
          <a:prstGeom prst="rect">
            <a:avLst/>
          </a:prstGeom>
          <a:noFill/>
          <a:ln>
            <a:noFill/>
          </a:ln>
        </p:spPr>
      </p:sp>
      <p:sp>
        <p:nvSpPr>
          <p:cNvPr id="136" name="Google Shape;136;p18"/>
          <p:cNvSpPr/>
          <p:nvPr>
            <p:ph idx="22" type="pic"/>
          </p:nvPr>
        </p:nvSpPr>
        <p:spPr>
          <a:xfrm>
            <a:off x="6622150" y="844900"/>
            <a:ext cx="1250100" cy="1443000"/>
          </a:xfrm>
          <a:prstGeom prst="rect">
            <a:avLst/>
          </a:prstGeom>
          <a:noFill/>
          <a:ln>
            <a:noFill/>
          </a:ln>
        </p:spPr>
      </p:sp>
      <p:sp>
        <p:nvSpPr>
          <p:cNvPr id="137" name="Google Shape;137;p18"/>
          <p:cNvSpPr/>
          <p:nvPr>
            <p:ph idx="23" type="pic"/>
          </p:nvPr>
        </p:nvSpPr>
        <p:spPr>
          <a:xfrm>
            <a:off x="7881550" y="844900"/>
            <a:ext cx="1262400" cy="1443000"/>
          </a:xfrm>
          <a:prstGeom prst="rect">
            <a:avLst/>
          </a:prstGeom>
          <a:noFill/>
          <a:ln>
            <a:noFill/>
          </a:ln>
        </p:spPr>
      </p:sp>
      <p:sp>
        <p:nvSpPr>
          <p:cNvPr id="138" name="Google Shape;138;p18"/>
          <p:cNvSpPr/>
          <p:nvPr>
            <p:ph idx="24" type="pic"/>
          </p:nvPr>
        </p:nvSpPr>
        <p:spPr>
          <a:xfrm>
            <a:off x="2833325" y="2991250"/>
            <a:ext cx="1259100" cy="1441800"/>
          </a:xfrm>
          <a:prstGeom prst="rect">
            <a:avLst/>
          </a:prstGeom>
          <a:noFill/>
          <a:ln>
            <a:noFill/>
          </a:ln>
        </p:spPr>
      </p:sp>
      <p:sp>
        <p:nvSpPr>
          <p:cNvPr id="139" name="Google Shape;139;p18"/>
          <p:cNvSpPr/>
          <p:nvPr>
            <p:ph idx="25" type="pic"/>
          </p:nvPr>
        </p:nvSpPr>
        <p:spPr>
          <a:xfrm>
            <a:off x="4102050" y="2991250"/>
            <a:ext cx="1250100" cy="1441800"/>
          </a:xfrm>
          <a:prstGeom prst="rect">
            <a:avLst/>
          </a:prstGeom>
          <a:noFill/>
          <a:ln>
            <a:noFill/>
          </a:ln>
        </p:spPr>
      </p:sp>
      <p:sp>
        <p:nvSpPr>
          <p:cNvPr id="140" name="Google Shape;140;p18"/>
          <p:cNvSpPr/>
          <p:nvPr>
            <p:ph idx="26" type="pic"/>
          </p:nvPr>
        </p:nvSpPr>
        <p:spPr>
          <a:xfrm>
            <a:off x="5362100" y="2991250"/>
            <a:ext cx="1250100" cy="1441800"/>
          </a:xfrm>
          <a:prstGeom prst="rect">
            <a:avLst/>
          </a:prstGeom>
          <a:noFill/>
          <a:ln>
            <a:noFill/>
          </a:ln>
        </p:spPr>
      </p:sp>
      <p:sp>
        <p:nvSpPr>
          <p:cNvPr id="141" name="Google Shape;141;p18"/>
          <p:cNvSpPr/>
          <p:nvPr>
            <p:ph idx="27" type="pic"/>
          </p:nvPr>
        </p:nvSpPr>
        <p:spPr>
          <a:xfrm>
            <a:off x="6622150" y="2991250"/>
            <a:ext cx="1250100" cy="1441800"/>
          </a:xfrm>
          <a:prstGeom prst="rect">
            <a:avLst/>
          </a:prstGeom>
          <a:noFill/>
          <a:ln>
            <a:noFill/>
          </a:ln>
        </p:spPr>
      </p:sp>
      <p:sp>
        <p:nvSpPr>
          <p:cNvPr id="142" name="Google Shape;142;p18"/>
          <p:cNvSpPr/>
          <p:nvPr>
            <p:ph idx="28" type="pic"/>
          </p:nvPr>
        </p:nvSpPr>
        <p:spPr>
          <a:xfrm>
            <a:off x="7881550" y="2991250"/>
            <a:ext cx="1262400" cy="14418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Milestones">
  <p:cSld name="BLANK_1_2_1">
    <p:bg>
      <p:bgPr>
        <a:solidFill>
          <a:schemeClr val="dk2"/>
        </a:solidFill>
      </p:bgPr>
    </p:bg>
    <p:spTree>
      <p:nvGrpSpPr>
        <p:cNvPr id="143" name="Shape 143"/>
        <p:cNvGrpSpPr/>
        <p:nvPr/>
      </p:nvGrpSpPr>
      <p:grpSpPr>
        <a:xfrm>
          <a:off x="0" y="0"/>
          <a:ext cx="0" cy="0"/>
          <a:chOff x="0" y="0"/>
          <a:chExt cx="0" cy="0"/>
        </a:xfrm>
      </p:grpSpPr>
      <p:sp>
        <p:nvSpPr>
          <p:cNvPr id="144" name="Google Shape;144;p19"/>
          <p:cNvSpPr txBox="1"/>
          <p:nvPr>
            <p:ph idx="1" type="body"/>
          </p:nvPr>
        </p:nvSpPr>
        <p:spPr>
          <a:xfrm>
            <a:off x="6777000" y="1805138"/>
            <a:ext cx="2053500" cy="8274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45" name="Google Shape;145;p19"/>
          <p:cNvSpPr txBox="1"/>
          <p:nvPr>
            <p:ph idx="2" type="body"/>
          </p:nvPr>
        </p:nvSpPr>
        <p:spPr>
          <a:xfrm>
            <a:off x="4684800" y="1755750"/>
            <a:ext cx="2086500" cy="1212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0"/>
              </a:spcBef>
              <a:spcAft>
                <a:spcPts val="0"/>
              </a:spcAft>
              <a:buClr>
                <a:schemeClr val="dk2"/>
              </a:buClr>
              <a:buSzPts val="1000"/>
              <a:buFont typeface="Inter"/>
              <a:buChar char="■"/>
              <a:defRPr sz="1000">
                <a:solidFill>
                  <a:schemeClr val="dk2"/>
                </a:solidFill>
              </a:defRPr>
            </a:lvl9pPr>
          </a:lstStyle>
          <a:p/>
        </p:txBody>
      </p:sp>
      <p:sp>
        <p:nvSpPr>
          <p:cNvPr id="146" name="Google Shape;146;p19"/>
          <p:cNvSpPr txBox="1"/>
          <p:nvPr>
            <p:ph idx="3" type="body"/>
          </p:nvPr>
        </p:nvSpPr>
        <p:spPr>
          <a:xfrm>
            <a:off x="4684800" y="3390775"/>
            <a:ext cx="2086500" cy="609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0"/>
              </a:spcBef>
              <a:spcAft>
                <a:spcPts val="0"/>
              </a:spcAft>
              <a:buClr>
                <a:schemeClr val="dk2"/>
              </a:buClr>
              <a:buSzPts val="1000"/>
              <a:buFont typeface="Inter"/>
              <a:buChar char="■"/>
              <a:defRPr sz="1000">
                <a:solidFill>
                  <a:schemeClr val="dk2"/>
                </a:solidFill>
              </a:defRPr>
            </a:lvl9pPr>
          </a:lstStyle>
          <a:p/>
        </p:txBody>
      </p:sp>
      <p:sp>
        <p:nvSpPr>
          <p:cNvPr id="147" name="Google Shape;147;p19"/>
          <p:cNvSpPr txBox="1"/>
          <p:nvPr>
            <p:ph idx="4" type="subTitle"/>
          </p:nvPr>
        </p:nvSpPr>
        <p:spPr>
          <a:xfrm>
            <a:off x="6778383" y="3350950"/>
            <a:ext cx="2053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48" name="Google Shape;148;p19"/>
          <p:cNvSpPr txBox="1"/>
          <p:nvPr>
            <p:ph idx="5" type="subTitle"/>
          </p:nvPr>
        </p:nvSpPr>
        <p:spPr>
          <a:xfrm>
            <a:off x="6778457" y="3535750"/>
            <a:ext cx="20535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49" name="Google Shape;149;p19"/>
          <p:cNvSpPr txBox="1"/>
          <p:nvPr>
            <p:ph idx="6" type="body"/>
          </p:nvPr>
        </p:nvSpPr>
        <p:spPr>
          <a:xfrm>
            <a:off x="6777000" y="3955275"/>
            <a:ext cx="2053500" cy="8274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50" name="Google Shape;150;p19"/>
          <p:cNvSpPr txBox="1"/>
          <p:nvPr>
            <p:ph idx="7" type="subTitle"/>
          </p:nvPr>
        </p:nvSpPr>
        <p:spPr>
          <a:xfrm>
            <a:off x="6778383" y="1200813"/>
            <a:ext cx="2053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51" name="Google Shape;151;p19"/>
          <p:cNvSpPr txBox="1"/>
          <p:nvPr>
            <p:ph idx="8" type="subTitle"/>
          </p:nvPr>
        </p:nvSpPr>
        <p:spPr>
          <a:xfrm>
            <a:off x="6778457" y="1385613"/>
            <a:ext cx="20535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52" name="Google Shape;152;p19"/>
          <p:cNvSpPr txBox="1"/>
          <p:nvPr>
            <p:ph idx="9" type="subTitle"/>
          </p:nvPr>
        </p:nvSpPr>
        <p:spPr>
          <a:xfrm>
            <a:off x="518725" y="1576950"/>
            <a:ext cx="20793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53" name="Google Shape;153;p19"/>
          <p:cNvSpPr txBox="1"/>
          <p:nvPr>
            <p:ph idx="13" type="subTitle"/>
          </p:nvPr>
        </p:nvSpPr>
        <p:spPr>
          <a:xfrm>
            <a:off x="518800" y="1761750"/>
            <a:ext cx="20793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54" name="Google Shape;154;p19"/>
          <p:cNvSpPr txBox="1"/>
          <p:nvPr>
            <p:ph idx="14" type="body"/>
          </p:nvPr>
        </p:nvSpPr>
        <p:spPr>
          <a:xfrm>
            <a:off x="517325" y="2181275"/>
            <a:ext cx="2079300" cy="1885200"/>
          </a:xfrm>
          <a:prstGeom prst="rect">
            <a:avLst/>
          </a:prstGeom>
        </p:spPr>
        <p:txBody>
          <a:bodyPr anchorCtr="0" anchor="t" bIns="14630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55" name="Google Shape;155;p19"/>
          <p:cNvSpPr txBox="1"/>
          <p:nvPr>
            <p:ph idx="15" type="subTitle"/>
          </p:nvPr>
        </p:nvSpPr>
        <p:spPr>
          <a:xfrm>
            <a:off x="2599579" y="1576950"/>
            <a:ext cx="20850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56" name="Google Shape;156;p19"/>
          <p:cNvSpPr txBox="1"/>
          <p:nvPr>
            <p:ph idx="16" type="subTitle"/>
          </p:nvPr>
        </p:nvSpPr>
        <p:spPr>
          <a:xfrm>
            <a:off x="2599654" y="1761750"/>
            <a:ext cx="20850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57" name="Google Shape;157;p19"/>
          <p:cNvSpPr txBox="1"/>
          <p:nvPr>
            <p:ph idx="17" type="body"/>
          </p:nvPr>
        </p:nvSpPr>
        <p:spPr>
          <a:xfrm>
            <a:off x="2598175" y="2181275"/>
            <a:ext cx="2085000" cy="1885200"/>
          </a:xfrm>
          <a:prstGeom prst="rect">
            <a:avLst/>
          </a:prstGeom>
        </p:spPr>
        <p:txBody>
          <a:bodyPr anchorCtr="0" anchor="t" bIns="146300"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158" name="Google Shape;158;p19"/>
          <p:cNvSpPr txBox="1"/>
          <p:nvPr>
            <p:ph idx="1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59" name="Google Shape;159;p19"/>
          <p:cNvSpPr txBox="1"/>
          <p:nvPr>
            <p:ph idx="19"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60" name="Google Shape;160;p19"/>
          <p:cNvSpPr txBox="1"/>
          <p:nvPr>
            <p:ph idx="20"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61" name="Google Shape;161;p19"/>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162" name="Google Shape;162;p19"/>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63" name="Google Shape;163;p19"/>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164" name="Google Shape;164;p19"/>
          <p:cNvSpPr txBox="1"/>
          <p:nvPr>
            <p:ph idx="21" type="title"/>
          </p:nvPr>
        </p:nvSpPr>
        <p:spPr>
          <a:xfrm>
            <a:off x="518575" y="3955025"/>
            <a:ext cx="2079300" cy="1188600"/>
          </a:xfrm>
          <a:prstGeom prst="rect">
            <a:avLst/>
          </a:prstGeom>
        </p:spPr>
        <p:txBody>
          <a:bodyPr anchorCtr="0" anchor="ctr" bIns="0" lIns="182875" spcFirstLastPara="1" rIns="0" wrap="square" tIns="0">
            <a:noAutofit/>
          </a:bodyPr>
          <a:lstStyle>
            <a:lvl1pPr lvl="0">
              <a:spcBef>
                <a:spcPts val="0"/>
              </a:spcBef>
              <a:spcAft>
                <a:spcPts val="0"/>
              </a:spcAft>
              <a:buClr>
                <a:schemeClr val="accent3"/>
              </a:buClr>
              <a:buSzPts val="5500"/>
              <a:buFont typeface="Gowun Batang"/>
              <a:buChar char="●"/>
              <a:defRPr sz="5500">
                <a:solidFill>
                  <a:schemeClr val="accent3"/>
                </a:solidFill>
              </a:defRPr>
            </a:lvl1pPr>
            <a:lvl2pPr lvl="1">
              <a:spcBef>
                <a:spcPts val="0"/>
              </a:spcBef>
              <a:spcAft>
                <a:spcPts val="0"/>
              </a:spcAft>
              <a:buClr>
                <a:schemeClr val="accent3"/>
              </a:buClr>
              <a:buSzPts val="5500"/>
              <a:buFont typeface="Gowun Batang"/>
              <a:buChar char="○"/>
              <a:defRPr sz="5500">
                <a:solidFill>
                  <a:schemeClr val="accent3"/>
                </a:solidFill>
              </a:defRPr>
            </a:lvl2pPr>
            <a:lvl3pPr lvl="2">
              <a:spcBef>
                <a:spcPts val="0"/>
              </a:spcBef>
              <a:spcAft>
                <a:spcPts val="0"/>
              </a:spcAft>
              <a:buClr>
                <a:schemeClr val="accent3"/>
              </a:buClr>
              <a:buSzPts val="5500"/>
              <a:buFont typeface="Gowun Batang"/>
              <a:buChar char="■"/>
              <a:defRPr sz="5500">
                <a:solidFill>
                  <a:schemeClr val="accent3"/>
                </a:solidFill>
              </a:defRPr>
            </a:lvl3pPr>
            <a:lvl4pPr lvl="3">
              <a:spcBef>
                <a:spcPts val="0"/>
              </a:spcBef>
              <a:spcAft>
                <a:spcPts val="0"/>
              </a:spcAft>
              <a:buClr>
                <a:schemeClr val="accent3"/>
              </a:buClr>
              <a:buSzPts val="5500"/>
              <a:buFont typeface="Gowun Batang"/>
              <a:buChar char="●"/>
              <a:defRPr sz="5500">
                <a:solidFill>
                  <a:schemeClr val="accent3"/>
                </a:solidFill>
              </a:defRPr>
            </a:lvl4pPr>
            <a:lvl5pPr lvl="4">
              <a:spcBef>
                <a:spcPts val="0"/>
              </a:spcBef>
              <a:spcAft>
                <a:spcPts val="0"/>
              </a:spcAft>
              <a:buClr>
                <a:schemeClr val="accent3"/>
              </a:buClr>
              <a:buSzPts val="5500"/>
              <a:buFont typeface="Gowun Batang"/>
              <a:buChar char="○"/>
              <a:defRPr sz="5500">
                <a:solidFill>
                  <a:schemeClr val="accent3"/>
                </a:solidFill>
              </a:defRPr>
            </a:lvl5pPr>
            <a:lvl6pPr lvl="5">
              <a:spcBef>
                <a:spcPts val="0"/>
              </a:spcBef>
              <a:spcAft>
                <a:spcPts val="0"/>
              </a:spcAft>
              <a:buClr>
                <a:schemeClr val="accent3"/>
              </a:buClr>
              <a:buSzPts val="5500"/>
              <a:buFont typeface="Gowun Batang"/>
              <a:buChar char="■"/>
              <a:defRPr sz="5500">
                <a:solidFill>
                  <a:schemeClr val="accent3"/>
                </a:solidFill>
              </a:defRPr>
            </a:lvl6pPr>
            <a:lvl7pPr lvl="6">
              <a:spcBef>
                <a:spcPts val="0"/>
              </a:spcBef>
              <a:spcAft>
                <a:spcPts val="0"/>
              </a:spcAft>
              <a:buClr>
                <a:schemeClr val="accent3"/>
              </a:buClr>
              <a:buSzPts val="5500"/>
              <a:buFont typeface="Gowun Batang"/>
              <a:buChar char="●"/>
              <a:defRPr sz="5500">
                <a:solidFill>
                  <a:schemeClr val="accent3"/>
                </a:solidFill>
              </a:defRPr>
            </a:lvl7pPr>
            <a:lvl8pPr lvl="7">
              <a:spcBef>
                <a:spcPts val="0"/>
              </a:spcBef>
              <a:spcAft>
                <a:spcPts val="0"/>
              </a:spcAft>
              <a:buClr>
                <a:schemeClr val="accent3"/>
              </a:buClr>
              <a:buSzPts val="5500"/>
              <a:buFont typeface="Gowun Batang"/>
              <a:buChar char="○"/>
              <a:defRPr sz="5500">
                <a:solidFill>
                  <a:schemeClr val="accent3"/>
                </a:solidFill>
              </a:defRPr>
            </a:lvl8pPr>
            <a:lvl9pPr lvl="8">
              <a:spcBef>
                <a:spcPts val="0"/>
              </a:spcBef>
              <a:spcAft>
                <a:spcPts val="0"/>
              </a:spcAft>
              <a:buClr>
                <a:schemeClr val="accent3"/>
              </a:buClr>
              <a:buSzPts val="5500"/>
              <a:buFont typeface="Gowun Batang"/>
              <a:buChar char="■"/>
              <a:defRPr sz="5500">
                <a:solidFill>
                  <a:schemeClr val="accent3"/>
                </a:solidFill>
              </a:defRPr>
            </a:lvl9pPr>
          </a:lstStyle>
          <a:p/>
        </p:txBody>
      </p:sp>
      <p:sp>
        <p:nvSpPr>
          <p:cNvPr id="165" name="Google Shape;165;p19"/>
          <p:cNvSpPr txBox="1"/>
          <p:nvPr>
            <p:ph idx="22" type="title"/>
          </p:nvPr>
        </p:nvSpPr>
        <p:spPr>
          <a:xfrm>
            <a:off x="2596700" y="3955025"/>
            <a:ext cx="2086500" cy="1188600"/>
          </a:xfrm>
          <a:prstGeom prst="rect">
            <a:avLst/>
          </a:prstGeom>
        </p:spPr>
        <p:txBody>
          <a:bodyPr anchorCtr="0" anchor="ctr" bIns="0" lIns="182875" spcFirstLastPara="1" rIns="0" wrap="square" tIns="0">
            <a:noAutofit/>
          </a:bodyPr>
          <a:lstStyle>
            <a:lvl1pPr lvl="0">
              <a:spcBef>
                <a:spcPts val="0"/>
              </a:spcBef>
              <a:spcAft>
                <a:spcPts val="0"/>
              </a:spcAft>
              <a:buClr>
                <a:schemeClr val="accent3"/>
              </a:buClr>
              <a:buSzPts val="5500"/>
              <a:buFont typeface="Gowun Batang"/>
              <a:buChar char="●"/>
              <a:defRPr sz="5500">
                <a:solidFill>
                  <a:schemeClr val="accent3"/>
                </a:solidFill>
              </a:defRPr>
            </a:lvl1pPr>
            <a:lvl2pPr lvl="1">
              <a:spcBef>
                <a:spcPts val="0"/>
              </a:spcBef>
              <a:spcAft>
                <a:spcPts val="0"/>
              </a:spcAft>
              <a:buClr>
                <a:schemeClr val="accent3"/>
              </a:buClr>
              <a:buSzPts val="5500"/>
              <a:buFont typeface="Gowun Batang"/>
              <a:buChar char="○"/>
              <a:defRPr sz="5500">
                <a:solidFill>
                  <a:schemeClr val="accent3"/>
                </a:solidFill>
              </a:defRPr>
            </a:lvl2pPr>
            <a:lvl3pPr lvl="2">
              <a:spcBef>
                <a:spcPts val="0"/>
              </a:spcBef>
              <a:spcAft>
                <a:spcPts val="0"/>
              </a:spcAft>
              <a:buClr>
                <a:schemeClr val="accent3"/>
              </a:buClr>
              <a:buSzPts val="5500"/>
              <a:buFont typeface="Gowun Batang"/>
              <a:buChar char="■"/>
              <a:defRPr sz="5500">
                <a:solidFill>
                  <a:schemeClr val="accent3"/>
                </a:solidFill>
              </a:defRPr>
            </a:lvl3pPr>
            <a:lvl4pPr lvl="3">
              <a:spcBef>
                <a:spcPts val="0"/>
              </a:spcBef>
              <a:spcAft>
                <a:spcPts val="0"/>
              </a:spcAft>
              <a:buClr>
                <a:schemeClr val="accent3"/>
              </a:buClr>
              <a:buSzPts val="5500"/>
              <a:buFont typeface="Gowun Batang"/>
              <a:buChar char="●"/>
              <a:defRPr sz="5500">
                <a:solidFill>
                  <a:schemeClr val="accent3"/>
                </a:solidFill>
              </a:defRPr>
            </a:lvl4pPr>
            <a:lvl5pPr lvl="4">
              <a:spcBef>
                <a:spcPts val="0"/>
              </a:spcBef>
              <a:spcAft>
                <a:spcPts val="0"/>
              </a:spcAft>
              <a:buClr>
                <a:schemeClr val="accent3"/>
              </a:buClr>
              <a:buSzPts val="5500"/>
              <a:buFont typeface="Gowun Batang"/>
              <a:buChar char="○"/>
              <a:defRPr sz="5500">
                <a:solidFill>
                  <a:schemeClr val="accent3"/>
                </a:solidFill>
              </a:defRPr>
            </a:lvl5pPr>
            <a:lvl6pPr lvl="5">
              <a:spcBef>
                <a:spcPts val="0"/>
              </a:spcBef>
              <a:spcAft>
                <a:spcPts val="0"/>
              </a:spcAft>
              <a:buClr>
                <a:schemeClr val="accent3"/>
              </a:buClr>
              <a:buSzPts val="5500"/>
              <a:buFont typeface="Gowun Batang"/>
              <a:buChar char="■"/>
              <a:defRPr sz="5500">
                <a:solidFill>
                  <a:schemeClr val="accent3"/>
                </a:solidFill>
              </a:defRPr>
            </a:lvl6pPr>
            <a:lvl7pPr lvl="6">
              <a:spcBef>
                <a:spcPts val="0"/>
              </a:spcBef>
              <a:spcAft>
                <a:spcPts val="0"/>
              </a:spcAft>
              <a:buClr>
                <a:schemeClr val="accent3"/>
              </a:buClr>
              <a:buSzPts val="5500"/>
              <a:buFont typeface="Gowun Batang"/>
              <a:buChar char="●"/>
              <a:defRPr sz="5500">
                <a:solidFill>
                  <a:schemeClr val="accent3"/>
                </a:solidFill>
              </a:defRPr>
            </a:lvl7pPr>
            <a:lvl8pPr lvl="7">
              <a:spcBef>
                <a:spcPts val="0"/>
              </a:spcBef>
              <a:spcAft>
                <a:spcPts val="0"/>
              </a:spcAft>
              <a:buClr>
                <a:schemeClr val="accent3"/>
              </a:buClr>
              <a:buSzPts val="5500"/>
              <a:buFont typeface="Gowun Batang"/>
              <a:buChar char="○"/>
              <a:defRPr sz="5500">
                <a:solidFill>
                  <a:schemeClr val="accent3"/>
                </a:solidFill>
              </a:defRPr>
            </a:lvl8pPr>
            <a:lvl9pPr lvl="8">
              <a:spcBef>
                <a:spcPts val="0"/>
              </a:spcBef>
              <a:spcAft>
                <a:spcPts val="0"/>
              </a:spcAft>
              <a:buClr>
                <a:schemeClr val="accent3"/>
              </a:buClr>
              <a:buSzPts val="5500"/>
              <a:buFont typeface="Gowun Batang"/>
              <a:buChar char="■"/>
              <a:defRPr sz="5500">
                <a:solidFill>
                  <a:schemeClr val="accent3"/>
                </a:solidFill>
              </a:defRPr>
            </a:lvl9pPr>
          </a:lstStyle>
          <a:p/>
        </p:txBody>
      </p:sp>
      <p:sp>
        <p:nvSpPr>
          <p:cNvPr id="166" name="Google Shape;166;p19"/>
          <p:cNvSpPr txBox="1"/>
          <p:nvPr>
            <p:ph idx="23" type="subTitle"/>
          </p:nvPr>
        </p:nvSpPr>
        <p:spPr>
          <a:xfrm>
            <a:off x="4684800" y="1002050"/>
            <a:ext cx="2086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67" name="Google Shape;167;p19"/>
          <p:cNvSpPr txBox="1"/>
          <p:nvPr>
            <p:ph idx="24" type="subTitle"/>
          </p:nvPr>
        </p:nvSpPr>
        <p:spPr>
          <a:xfrm>
            <a:off x="4684871" y="1186850"/>
            <a:ext cx="2086500" cy="4803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68" name="Google Shape;168;p19"/>
          <p:cNvSpPr txBox="1"/>
          <p:nvPr>
            <p:ph idx="25" type="subTitle"/>
          </p:nvPr>
        </p:nvSpPr>
        <p:spPr>
          <a:xfrm>
            <a:off x="4684875" y="3088650"/>
            <a:ext cx="2086500" cy="2430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69" name="Google Shape;169;p19"/>
          <p:cNvSpPr txBox="1"/>
          <p:nvPr>
            <p:ph idx="26" type="subTitle"/>
          </p:nvPr>
        </p:nvSpPr>
        <p:spPr>
          <a:xfrm>
            <a:off x="4684875" y="4079075"/>
            <a:ext cx="2086500" cy="2430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70" name="Google Shape;170;p19"/>
          <p:cNvSpPr txBox="1"/>
          <p:nvPr>
            <p:ph idx="27" type="body"/>
          </p:nvPr>
        </p:nvSpPr>
        <p:spPr>
          <a:xfrm>
            <a:off x="4684800" y="4385550"/>
            <a:ext cx="2086500" cy="609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80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80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80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80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80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80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80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800"/>
              </a:spcBef>
              <a:spcAft>
                <a:spcPts val="800"/>
              </a:spcAft>
              <a:buClr>
                <a:schemeClr val="dk2"/>
              </a:buClr>
              <a:buSzPts val="1000"/>
              <a:buFont typeface="Inter"/>
              <a:buChar char="■"/>
              <a:defRPr sz="1000">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oY Revenew Growth - ALT 1">
  <p:cSld name="BLANK_1_1_1_1_1_1_1_1_2_1_1">
    <p:bg>
      <p:bgPr>
        <a:solidFill>
          <a:schemeClr val="lt2"/>
        </a:solidFill>
      </p:bgPr>
    </p:bg>
    <p:spTree>
      <p:nvGrpSpPr>
        <p:cNvPr id="171" name="Shape 171"/>
        <p:cNvGrpSpPr/>
        <p:nvPr/>
      </p:nvGrpSpPr>
      <p:grpSpPr>
        <a:xfrm>
          <a:off x="0" y="0"/>
          <a:ext cx="0" cy="0"/>
          <a:chOff x="0" y="0"/>
          <a:chExt cx="0" cy="0"/>
        </a:xfrm>
      </p:grpSpPr>
      <p:sp>
        <p:nvSpPr>
          <p:cNvPr id="172" name="Google Shape;172;p20"/>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73" name="Google Shape;173;p2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74" name="Google Shape;174;p20"/>
          <p:cNvSpPr/>
          <p:nvPr/>
        </p:nvSpPr>
        <p:spPr>
          <a:xfrm>
            <a:off x="802750" y="1006925"/>
            <a:ext cx="197400" cy="19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75" name="Google Shape;175;p20"/>
          <p:cNvSpPr/>
          <p:nvPr/>
        </p:nvSpPr>
        <p:spPr>
          <a:xfrm>
            <a:off x="2077650" y="1006925"/>
            <a:ext cx="197400" cy="19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76" name="Google Shape;176;p20"/>
          <p:cNvSpPr txBox="1"/>
          <p:nvPr>
            <p:ph type="title"/>
          </p:nvPr>
        </p:nvSpPr>
        <p:spPr>
          <a:xfrm flipH="1">
            <a:off x="524150" y="334900"/>
            <a:ext cx="6248700" cy="5067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77" name="Google Shape;177;p20"/>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78" name="Google Shape;178;p20"/>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79" name="Google Shape;179;p20"/>
          <p:cNvSpPr txBox="1"/>
          <p:nvPr>
            <p:ph idx="4" type="body"/>
          </p:nvPr>
        </p:nvSpPr>
        <p:spPr>
          <a:xfrm>
            <a:off x="6773750" y="1354750"/>
            <a:ext cx="1848900" cy="28836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80" name="Google Shape;180;p20"/>
          <p:cNvSpPr txBox="1"/>
          <p:nvPr>
            <p:ph idx="5" type="title"/>
          </p:nvPr>
        </p:nvSpPr>
        <p:spPr>
          <a:xfrm>
            <a:off x="6773750" y="841725"/>
            <a:ext cx="1848900" cy="3648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81" name="Google Shape;181;p20"/>
          <p:cNvSpPr txBox="1"/>
          <p:nvPr>
            <p:ph idx="6" type="subTitle"/>
          </p:nvPr>
        </p:nvSpPr>
        <p:spPr>
          <a:xfrm>
            <a:off x="1000150" y="1006925"/>
            <a:ext cx="1077600" cy="1905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Inter"/>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2" name="Google Shape;182;p20"/>
          <p:cNvSpPr txBox="1"/>
          <p:nvPr>
            <p:ph idx="7" type="subTitle"/>
          </p:nvPr>
        </p:nvSpPr>
        <p:spPr>
          <a:xfrm>
            <a:off x="2275050" y="1006925"/>
            <a:ext cx="1077600" cy="1905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Inter"/>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3" name="Google Shape;183;p20"/>
          <p:cNvSpPr txBox="1"/>
          <p:nvPr>
            <p:ph idx="8" type="title"/>
          </p:nvPr>
        </p:nvSpPr>
        <p:spPr>
          <a:xfrm>
            <a:off x="772850" y="14820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4" name="Google Shape;184;p20"/>
          <p:cNvSpPr txBox="1"/>
          <p:nvPr>
            <p:ph idx="9" type="title"/>
          </p:nvPr>
        </p:nvSpPr>
        <p:spPr>
          <a:xfrm>
            <a:off x="772850" y="20587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5" name="Google Shape;185;p20"/>
          <p:cNvSpPr txBox="1"/>
          <p:nvPr>
            <p:ph idx="13" type="title"/>
          </p:nvPr>
        </p:nvSpPr>
        <p:spPr>
          <a:xfrm>
            <a:off x="772850" y="26353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6" name="Google Shape;186;p20"/>
          <p:cNvSpPr txBox="1"/>
          <p:nvPr>
            <p:ph idx="14" type="title"/>
          </p:nvPr>
        </p:nvSpPr>
        <p:spPr>
          <a:xfrm>
            <a:off x="772850" y="32120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7" name="Google Shape;187;p20"/>
          <p:cNvSpPr txBox="1"/>
          <p:nvPr>
            <p:ph idx="15" type="title"/>
          </p:nvPr>
        </p:nvSpPr>
        <p:spPr>
          <a:xfrm>
            <a:off x="772850" y="37886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8" name="Google Shape;188;p20"/>
          <p:cNvSpPr txBox="1"/>
          <p:nvPr>
            <p:ph idx="16" type="title"/>
          </p:nvPr>
        </p:nvSpPr>
        <p:spPr>
          <a:xfrm>
            <a:off x="772850" y="43653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9" name="Google Shape;189;p20"/>
          <p:cNvSpPr txBox="1"/>
          <p:nvPr>
            <p:ph idx="17" type="subTitle"/>
          </p:nvPr>
        </p:nvSpPr>
        <p:spPr>
          <a:xfrm>
            <a:off x="12524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cxnSp>
        <p:nvCxnSpPr>
          <p:cNvPr id="190" name="Google Shape;190;p2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91" name="Google Shape;191;p20"/>
          <p:cNvSpPr txBox="1"/>
          <p:nvPr>
            <p:ph idx="18" type="subTitle"/>
          </p:nvPr>
        </p:nvSpPr>
        <p:spPr>
          <a:xfrm>
            <a:off x="19273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2" name="Google Shape;192;p20"/>
          <p:cNvSpPr txBox="1"/>
          <p:nvPr>
            <p:ph idx="19" type="subTitle"/>
          </p:nvPr>
        </p:nvSpPr>
        <p:spPr>
          <a:xfrm>
            <a:off x="26022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3" name="Google Shape;193;p20"/>
          <p:cNvSpPr txBox="1"/>
          <p:nvPr>
            <p:ph idx="20" type="subTitle"/>
          </p:nvPr>
        </p:nvSpPr>
        <p:spPr>
          <a:xfrm>
            <a:off x="3297063"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4" name="Google Shape;194;p20"/>
          <p:cNvSpPr txBox="1"/>
          <p:nvPr>
            <p:ph idx="21" type="subTitle"/>
          </p:nvPr>
        </p:nvSpPr>
        <p:spPr>
          <a:xfrm>
            <a:off x="4001838"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5" name="Google Shape;195;p20"/>
          <p:cNvSpPr txBox="1"/>
          <p:nvPr>
            <p:ph idx="22" type="subTitle"/>
          </p:nvPr>
        </p:nvSpPr>
        <p:spPr>
          <a:xfrm>
            <a:off x="4711450"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6" name="Google Shape;196;p20"/>
          <p:cNvSpPr txBox="1"/>
          <p:nvPr>
            <p:ph idx="23" type="subTitle"/>
          </p:nvPr>
        </p:nvSpPr>
        <p:spPr>
          <a:xfrm>
            <a:off x="5421113"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7" name="Google Shape;197;p20"/>
          <p:cNvSpPr txBox="1"/>
          <p:nvPr>
            <p:ph idx="24" type="subTitle"/>
          </p:nvPr>
        </p:nvSpPr>
        <p:spPr>
          <a:xfrm>
            <a:off x="6130788"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Highlights">
  <p:cSld name="BLANK_1_1_1_1_1_1_1_3_1">
    <p:bg>
      <p:bgPr>
        <a:solidFill>
          <a:schemeClr val="lt2"/>
        </a:solidFill>
      </p:bgPr>
    </p:bg>
    <p:spTree>
      <p:nvGrpSpPr>
        <p:cNvPr id="198" name="Shape 198"/>
        <p:cNvGrpSpPr/>
        <p:nvPr/>
      </p:nvGrpSpPr>
      <p:grpSpPr>
        <a:xfrm>
          <a:off x="0" y="0"/>
          <a:ext cx="0" cy="0"/>
          <a:chOff x="0" y="0"/>
          <a:chExt cx="0" cy="0"/>
        </a:xfrm>
      </p:grpSpPr>
      <p:sp>
        <p:nvSpPr>
          <p:cNvPr id="199" name="Google Shape;199;p21"/>
          <p:cNvSpPr txBox="1"/>
          <p:nvPr>
            <p:ph idx="1" type="body"/>
          </p:nvPr>
        </p:nvSpPr>
        <p:spPr>
          <a:xfrm>
            <a:off x="5810300" y="1307625"/>
            <a:ext cx="2812500" cy="2065800"/>
          </a:xfrm>
          <a:prstGeom prst="rect">
            <a:avLst/>
          </a:prstGeom>
        </p:spPr>
        <p:txBody>
          <a:bodyPr anchorCtr="0" anchor="t" bIns="182875" lIns="182875" spcFirstLastPara="1" rIns="182875" wrap="square" tIns="274300">
            <a:noAutofit/>
          </a:bodyPr>
          <a:lstStyle>
            <a:lvl1pPr indent="-304800" lvl="0" marL="457200">
              <a:spcBef>
                <a:spcPts val="0"/>
              </a:spcBef>
              <a:spcAft>
                <a:spcPts val="0"/>
              </a:spcAft>
              <a:buSzPts val="1200"/>
              <a:buFont typeface="Inter Light"/>
              <a:buChar char="●"/>
              <a:defRPr>
                <a:latin typeface="Inter Light"/>
                <a:ea typeface="Inter Light"/>
                <a:cs typeface="Inter Light"/>
                <a:sym typeface="Inter Light"/>
              </a:defRPr>
            </a:lvl1pPr>
            <a:lvl2pPr indent="-304800" lvl="1" marL="914400">
              <a:spcBef>
                <a:spcPts val="800"/>
              </a:spcBef>
              <a:spcAft>
                <a:spcPts val="0"/>
              </a:spcAft>
              <a:buSzPts val="1200"/>
              <a:buFont typeface="Inter Light"/>
              <a:buChar char="○"/>
              <a:defRPr>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304800" lvl="3" marL="1828800">
              <a:spcBef>
                <a:spcPts val="800"/>
              </a:spcBef>
              <a:spcAft>
                <a:spcPts val="0"/>
              </a:spcAft>
              <a:buSzPts val="1200"/>
              <a:buFont typeface="Inter Light"/>
              <a:buChar char="●"/>
              <a:defRPr>
                <a:latin typeface="Inter Light"/>
                <a:ea typeface="Inter Light"/>
                <a:cs typeface="Inter Light"/>
                <a:sym typeface="Inter Light"/>
              </a:defRPr>
            </a:lvl4pPr>
            <a:lvl5pPr indent="-304800" lvl="4" marL="2286000">
              <a:spcBef>
                <a:spcPts val="800"/>
              </a:spcBef>
              <a:spcAft>
                <a:spcPts val="0"/>
              </a:spcAft>
              <a:buSzPts val="1200"/>
              <a:buFont typeface="Inter Light"/>
              <a:buChar char="○"/>
              <a:defRPr>
                <a:latin typeface="Inter Light"/>
                <a:ea typeface="Inter Light"/>
                <a:cs typeface="Inter Light"/>
                <a:sym typeface="Inter Light"/>
              </a:defRPr>
            </a:lvl5pPr>
            <a:lvl6pPr indent="-304800" lvl="5" marL="2743200">
              <a:spcBef>
                <a:spcPts val="800"/>
              </a:spcBef>
              <a:spcAft>
                <a:spcPts val="0"/>
              </a:spcAft>
              <a:buSzPts val="1200"/>
              <a:buFont typeface="Inter Light"/>
              <a:buChar char="■"/>
              <a:defRPr>
                <a:latin typeface="Inter Light"/>
                <a:ea typeface="Inter Light"/>
                <a:cs typeface="Inter Light"/>
                <a:sym typeface="Inter Light"/>
              </a:defRPr>
            </a:lvl6pPr>
            <a:lvl7pPr indent="-304800" lvl="6" marL="3200400">
              <a:spcBef>
                <a:spcPts val="800"/>
              </a:spcBef>
              <a:spcAft>
                <a:spcPts val="0"/>
              </a:spcAft>
              <a:buSzPts val="1200"/>
              <a:buFont typeface="Inter Light"/>
              <a:buChar char="●"/>
              <a:defRPr>
                <a:latin typeface="Inter Light"/>
                <a:ea typeface="Inter Light"/>
                <a:cs typeface="Inter Light"/>
                <a:sym typeface="Inter Light"/>
              </a:defRPr>
            </a:lvl7pPr>
            <a:lvl8pPr indent="-304800" lvl="7" marL="3657600">
              <a:spcBef>
                <a:spcPts val="800"/>
              </a:spcBef>
              <a:spcAft>
                <a:spcPts val="0"/>
              </a:spcAft>
              <a:buSzPts val="1200"/>
              <a:buFont typeface="Inter Light"/>
              <a:buChar char="○"/>
              <a:defRPr>
                <a:latin typeface="Inter Light"/>
                <a:ea typeface="Inter Light"/>
                <a:cs typeface="Inter Light"/>
                <a:sym typeface="Inter Light"/>
              </a:defRPr>
            </a:lvl8pPr>
            <a:lvl9pPr indent="-304800" lvl="8" marL="4114800">
              <a:spcBef>
                <a:spcPts val="800"/>
              </a:spcBef>
              <a:spcAft>
                <a:spcPts val="800"/>
              </a:spcAft>
              <a:buSzPts val="1200"/>
              <a:buFont typeface="Inter Light"/>
              <a:buChar char="■"/>
              <a:defRPr>
                <a:latin typeface="Inter Light"/>
                <a:ea typeface="Inter Light"/>
                <a:cs typeface="Inter Light"/>
                <a:sym typeface="Inter Light"/>
              </a:defRPr>
            </a:lvl9pPr>
          </a:lstStyle>
          <a:p/>
        </p:txBody>
      </p:sp>
      <p:sp>
        <p:nvSpPr>
          <p:cNvPr id="200" name="Google Shape;200;p21"/>
          <p:cNvSpPr txBox="1"/>
          <p:nvPr>
            <p:ph type="title"/>
          </p:nvPr>
        </p:nvSpPr>
        <p:spPr>
          <a:xfrm>
            <a:off x="520900" y="1748175"/>
            <a:ext cx="2377800" cy="926100"/>
          </a:xfrm>
          <a:prstGeom prst="rect">
            <a:avLst/>
          </a:prstGeom>
        </p:spPr>
        <p:txBody>
          <a:bodyPr anchorCtr="0" anchor="ctr" bIns="91425" lIns="228600" spcFirstLastPara="1" rIns="182875" wrap="square" tIns="91425">
            <a:noAutofit/>
          </a:bodyPr>
          <a:lstStyle>
            <a:lvl1pPr lvl="0">
              <a:spcBef>
                <a:spcPts val="0"/>
              </a:spcBef>
              <a:spcAft>
                <a:spcPts val="0"/>
              </a:spcAft>
              <a:buClr>
                <a:schemeClr val="lt1"/>
              </a:buClr>
              <a:buSzPts val="5500"/>
              <a:buNone/>
              <a:defRPr sz="5500"/>
            </a:lvl1pPr>
            <a:lvl2pPr lvl="1">
              <a:spcBef>
                <a:spcPts val="0"/>
              </a:spcBef>
              <a:spcAft>
                <a:spcPts val="0"/>
              </a:spcAft>
              <a:buClr>
                <a:schemeClr val="lt1"/>
              </a:buClr>
              <a:buSzPts val="5500"/>
              <a:buNone/>
              <a:defRPr sz="5500"/>
            </a:lvl2pPr>
            <a:lvl3pPr lvl="2">
              <a:spcBef>
                <a:spcPts val="0"/>
              </a:spcBef>
              <a:spcAft>
                <a:spcPts val="0"/>
              </a:spcAft>
              <a:buClr>
                <a:schemeClr val="lt1"/>
              </a:buClr>
              <a:buSzPts val="5500"/>
              <a:buNone/>
              <a:defRPr sz="5500"/>
            </a:lvl3pPr>
            <a:lvl4pPr lvl="3">
              <a:spcBef>
                <a:spcPts val="0"/>
              </a:spcBef>
              <a:spcAft>
                <a:spcPts val="0"/>
              </a:spcAft>
              <a:buClr>
                <a:schemeClr val="lt1"/>
              </a:buClr>
              <a:buSzPts val="5500"/>
              <a:buNone/>
              <a:defRPr sz="5500"/>
            </a:lvl4pPr>
            <a:lvl5pPr lvl="4">
              <a:spcBef>
                <a:spcPts val="0"/>
              </a:spcBef>
              <a:spcAft>
                <a:spcPts val="0"/>
              </a:spcAft>
              <a:buClr>
                <a:schemeClr val="lt1"/>
              </a:buClr>
              <a:buSzPts val="5500"/>
              <a:buNone/>
              <a:defRPr sz="5500"/>
            </a:lvl5pPr>
            <a:lvl6pPr lvl="5">
              <a:spcBef>
                <a:spcPts val="0"/>
              </a:spcBef>
              <a:spcAft>
                <a:spcPts val="0"/>
              </a:spcAft>
              <a:buClr>
                <a:schemeClr val="lt1"/>
              </a:buClr>
              <a:buSzPts val="5500"/>
              <a:buNone/>
              <a:defRPr sz="5500"/>
            </a:lvl6pPr>
            <a:lvl7pPr lvl="6">
              <a:spcBef>
                <a:spcPts val="0"/>
              </a:spcBef>
              <a:spcAft>
                <a:spcPts val="0"/>
              </a:spcAft>
              <a:buClr>
                <a:schemeClr val="lt1"/>
              </a:buClr>
              <a:buSzPts val="5500"/>
              <a:buNone/>
              <a:defRPr sz="5500"/>
            </a:lvl7pPr>
            <a:lvl8pPr lvl="7">
              <a:spcBef>
                <a:spcPts val="0"/>
              </a:spcBef>
              <a:spcAft>
                <a:spcPts val="0"/>
              </a:spcAft>
              <a:buClr>
                <a:schemeClr val="lt1"/>
              </a:buClr>
              <a:buSzPts val="5500"/>
              <a:buNone/>
              <a:defRPr sz="5500"/>
            </a:lvl8pPr>
            <a:lvl9pPr lvl="8">
              <a:spcBef>
                <a:spcPts val="0"/>
              </a:spcBef>
              <a:spcAft>
                <a:spcPts val="0"/>
              </a:spcAft>
              <a:buClr>
                <a:schemeClr val="lt1"/>
              </a:buClr>
              <a:buSzPts val="5500"/>
              <a:buNone/>
              <a:defRPr sz="5500"/>
            </a:lvl9pPr>
          </a:lstStyle>
          <a:p/>
        </p:txBody>
      </p:sp>
      <p:sp>
        <p:nvSpPr>
          <p:cNvPr id="201" name="Google Shape;201;p21"/>
          <p:cNvSpPr txBox="1"/>
          <p:nvPr>
            <p:ph idx="2" type="title"/>
          </p:nvPr>
        </p:nvSpPr>
        <p:spPr>
          <a:xfrm>
            <a:off x="520900" y="2674400"/>
            <a:ext cx="2377800" cy="335100"/>
          </a:xfrm>
          <a:prstGeom prst="rect">
            <a:avLst/>
          </a:prstGeom>
        </p:spPr>
        <p:txBody>
          <a:bodyPr anchorCtr="0" anchor="b" bIns="91425" lIns="228600" spcFirstLastPara="1" rIns="91425" wrap="square" tIns="91425">
            <a:noAutofit/>
          </a:bodyPr>
          <a:lstStyle>
            <a:lvl1pPr lvl="0">
              <a:spcBef>
                <a:spcPts val="0"/>
              </a:spcBef>
              <a:spcAft>
                <a:spcPts val="0"/>
              </a:spcAft>
              <a:buSzPts val="1200"/>
              <a:buFont typeface="Inter"/>
              <a:buNone/>
              <a:defRPr sz="1200">
                <a:latin typeface="Inter"/>
                <a:ea typeface="Inter"/>
                <a:cs typeface="Inter"/>
                <a:sym typeface="Inter"/>
              </a:defRPr>
            </a:lvl1pPr>
            <a:lvl2pPr lvl="1">
              <a:spcBef>
                <a:spcPts val="0"/>
              </a:spcBef>
              <a:spcAft>
                <a:spcPts val="0"/>
              </a:spcAft>
              <a:buSzPts val="1200"/>
              <a:buFont typeface="Inter"/>
              <a:buNone/>
              <a:defRPr sz="1200">
                <a:latin typeface="Inter"/>
                <a:ea typeface="Inter"/>
                <a:cs typeface="Inter"/>
                <a:sym typeface="Inter"/>
              </a:defRPr>
            </a:lvl2pPr>
            <a:lvl3pPr lvl="2">
              <a:spcBef>
                <a:spcPts val="0"/>
              </a:spcBef>
              <a:spcAft>
                <a:spcPts val="0"/>
              </a:spcAft>
              <a:buSzPts val="1200"/>
              <a:buFont typeface="Inter"/>
              <a:buNone/>
              <a:defRPr sz="1200">
                <a:latin typeface="Inter"/>
                <a:ea typeface="Inter"/>
                <a:cs typeface="Inter"/>
                <a:sym typeface="Inter"/>
              </a:defRPr>
            </a:lvl3pPr>
            <a:lvl4pPr lvl="3">
              <a:spcBef>
                <a:spcPts val="0"/>
              </a:spcBef>
              <a:spcAft>
                <a:spcPts val="0"/>
              </a:spcAft>
              <a:buSzPts val="1200"/>
              <a:buFont typeface="Inter"/>
              <a:buNone/>
              <a:defRPr sz="1200">
                <a:latin typeface="Inter"/>
                <a:ea typeface="Inter"/>
                <a:cs typeface="Inter"/>
                <a:sym typeface="Inter"/>
              </a:defRPr>
            </a:lvl4pPr>
            <a:lvl5pPr lvl="4">
              <a:spcBef>
                <a:spcPts val="0"/>
              </a:spcBef>
              <a:spcAft>
                <a:spcPts val="0"/>
              </a:spcAft>
              <a:buSzPts val="1200"/>
              <a:buFont typeface="Inter"/>
              <a:buNone/>
              <a:defRPr sz="1200">
                <a:latin typeface="Inter"/>
                <a:ea typeface="Inter"/>
                <a:cs typeface="Inter"/>
                <a:sym typeface="Inter"/>
              </a:defRPr>
            </a:lvl5pPr>
            <a:lvl6pPr lvl="5">
              <a:spcBef>
                <a:spcPts val="0"/>
              </a:spcBef>
              <a:spcAft>
                <a:spcPts val="0"/>
              </a:spcAft>
              <a:buSzPts val="1200"/>
              <a:buFont typeface="Inter"/>
              <a:buNone/>
              <a:defRPr sz="1200">
                <a:latin typeface="Inter"/>
                <a:ea typeface="Inter"/>
                <a:cs typeface="Inter"/>
                <a:sym typeface="Inter"/>
              </a:defRPr>
            </a:lvl6pPr>
            <a:lvl7pPr lvl="6">
              <a:spcBef>
                <a:spcPts val="0"/>
              </a:spcBef>
              <a:spcAft>
                <a:spcPts val="0"/>
              </a:spcAft>
              <a:buSzPts val="1200"/>
              <a:buFont typeface="Inter"/>
              <a:buNone/>
              <a:defRPr sz="1200">
                <a:latin typeface="Inter"/>
                <a:ea typeface="Inter"/>
                <a:cs typeface="Inter"/>
                <a:sym typeface="Inter"/>
              </a:defRPr>
            </a:lvl7pPr>
            <a:lvl8pPr lvl="7">
              <a:spcBef>
                <a:spcPts val="0"/>
              </a:spcBef>
              <a:spcAft>
                <a:spcPts val="0"/>
              </a:spcAft>
              <a:buSzPts val="1200"/>
              <a:buFont typeface="Inter"/>
              <a:buNone/>
              <a:defRPr sz="1200">
                <a:latin typeface="Inter"/>
                <a:ea typeface="Inter"/>
                <a:cs typeface="Inter"/>
                <a:sym typeface="Inter"/>
              </a:defRPr>
            </a:lvl8pPr>
            <a:lvl9pPr lvl="8">
              <a:spcBef>
                <a:spcPts val="0"/>
              </a:spcBef>
              <a:spcAft>
                <a:spcPts val="0"/>
              </a:spcAft>
              <a:buSzPts val="1200"/>
              <a:buFont typeface="Inter"/>
              <a:buNone/>
              <a:defRPr sz="1200">
                <a:latin typeface="Inter"/>
                <a:ea typeface="Inter"/>
                <a:cs typeface="Inter"/>
                <a:sym typeface="Inter"/>
              </a:defRPr>
            </a:lvl9pPr>
          </a:lstStyle>
          <a:p/>
        </p:txBody>
      </p:sp>
      <p:sp>
        <p:nvSpPr>
          <p:cNvPr id="202" name="Google Shape;202;p21"/>
          <p:cNvSpPr txBox="1"/>
          <p:nvPr>
            <p:ph idx="3" type="subTitle"/>
          </p:nvPr>
        </p:nvSpPr>
        <p:spPr>
          <a:xfrm>
            <a:off x="520900" y="3009500"/>
            <a:ext cx="2377800" cy="279000"/>
          </a:xfrm>
          <a:prstGeom prst="rect">
            <a:avLst/>
          </a:prstGeom>
        </p:spPr>
        <p:txBody>
          <a:bodyPr anchorCtr="0" anchor="t" bIns="0" lIns="228600" spcFirstLastPara="1" rIns="91425" wrap="square" tIns="0">
            <a:normAutofit/>
          </a:bodyPr>
          <a:lstStyle>
            <a:lvl1pPr lvl="0">
              <a:spcBef>
                <a:spcPts val="0"/>
              </a:spcBef>
              <a:spcAft>
                <a:spcPts val="0"/>
              </a:spcAft>
              <a:buSzPts val="800"/>
              <a:buFont typeface="Inter Light"/>
              <a:buNone/>
              <a:defRPr sz="800">
                <a:latin typeface="Inter Light"/>
                <a:ea typeface="Inter Light"/>
                <a:cs typeface="Inter Light"/>
                <a:sym typeface="Inter Light"/>
              </a:defRPr>
            </a:lvl1pPr>
            <a:lvl2pPr lvl="1">
              <a:spcBef>
                <a:spcPts val="800"/>
              </a:spcBef>
              <a:spcAft>
                <a:spcPts val="0"/>
              </a:spcAft>
              <a:buSzPts val="800"/>
              <a:buFont typeface="Inter Light"/>
              <a:buNone/>
              <a:defRPr sz="800">
                <a:latin typeface="Inter Light"/>
                <a:ea typeface="Inter Light"/>
                <a:cs typeface="Inter Light"/>
                <a:sym typeface="Inter Light"/>
              </a:defRPr>
            </a:lvl2pPr>
            <a:lvl3pPr lvl="2">
              <a:spcBef>
                <a:spcPts val="800"/>
              </a:spcBef>
              <a:spcAft>
                <a:spcPts val="0"/>
              </a:spcAft>
              <a:buSzPts val="800"/>
              <a:buFont typeface="Inter Light"/>
              <a:buNone/>
              <a:defRPr sz="800">
                <a:latin typeface="Inter Light"/>
                <a:ea typeface="Inter Light"/>
                <a:cs typeface="Inter Light"/>
                <a:sym typeface="Inter Light"/>
              </a:defRPr>
            </a:lvl3pPr>
            <a:lvl4pPr lvl="3">
              <a:spcBef>
                <a:spcPts val="800"/>
              </a:spcBef>
              <a:spcAft>
                <a:spcPts val="0"/>
              </a:spcAft>
              <a:buSzPts val="800"/>
              <a:buFont typeface="Inter Light"/>
              <a:buNone/>
              <a:defRPr sz="800">
                <a:latin typeface="Inter Light"/>
                <a:ea typeface="Inter Light"/>
                <a:cs typeface="Inter Light"/>
                <a:sym typeface="Inter Light"/>
              </a:defRPr>
            </a:lvl4pPr>
            <a:lvl5pPr lvl="4">
              <a:spcBef>
                <a:spcPts val="800"/>
              </a:spcBef>
              <a:spcAft>
                <a:spcPts val="0"/>
              </a:spcAft>
              <a:buSzPts val="800"/>
              <a:buFont typeface="Inter Light"/>
              <a:buNone/>
              <a:defRPr sz="800">
                <a:latin typeface="Inter Light"/>
                <a:ea typeface="Inter Light"/>
                <a:cs typeface="Inter Light"/>
                <a:sym typeface="Inter Light"/>
              </a:defRPr>
            </a:lvl5pPr>
            <a:lvl6pPr lvl="5">
              <a:spcBef>
                <a:spcPts val="800"/>
              </a:spcBef>
              <a:spcAft>
                <a:spcPts val="0"/>
              </a:spcAft>
              <a:buSzPts val="800"/>
              <a:buFont typeface="Inter Light"/>
              <a:buNone/>
              <a:defRPr sz="800">
                <a:latin typeface="Inter Light"/>
                <a:ea typeface="Inter Light"/>
                <a:cs typeface="Inter Light"/>
                <a:sym typeface="Inter Light"/>
              </a:defRPr>
            </a:lvl6pPr>
            <a:lvl7pPr lvl="6">
              <a:spcBef>
                <a:spcPts val="800"/>
              </a:spcBef>
              <a:spcAft>
                <a:spcPts val="0"/>
              </a:spcAft>
              <a:buSzPts val="800"/>
              <a:buFont typeface="Inter Light"/>
              <a:buNone/>
              <a:defRPr sz="800">
                <a:latin typeface="Inter Light"/>
                <a:ea typeface="Inter Light"/>
                <a:cs typeface="Inter Light"/>
                <a:sym typeface="Inter Light"/>
              </a:defRPr>
            </a:lvl7pPr>
            <a:lvl8pPr lvl="7">
              <a:spcBef>
                <a:spcPts val="800"/>
              </a:spcBef>
              <a:spcAft>
                <a:spcPts val="0"/>
              </a:spcAft>
              <a:buSzPts val="800"/>
              <a:buFont typeface="Inter Light"/>
              <a:buNone/>
              <a:defRPr sz="800">
                <a:latin typeface="Inter Light"/>
                <a:ea typeface="Inter Light"/>
                <a:cs typeface="Inter Light"/>
                <a:sym typeface="Inter Light"/>
              </a:defRPr>
            </a:lvl8pPr>
            <a:lvl9pPr lvl="8">
              <a:spcBef>
                <a:spcPts val="800"/>
              </a:spcBef>
              <a:spcAft>
                <a:spcPts val="800"/>
              </a:spcAft>
              <a:buSzPts val="800"/>
              <a:buFont typeface="Inter Light"/>
              <a:buNone/>
              <a:defRPr sz="800">
                <a:latin typeface="Inter Light"/>
                <a:ea typeface="Inter Light"/>
                <a:cs typeface="Inter Light"/>
                <a:sym typeface="Inter Light"/>
              </a:defRPr>
            </a:lvl9pPr>
          </a:lstStyle>
          <a:p/>
        </p:txBody>
      </p:sp>
      <p:sp>
        <p:nvSpPr>
          <p:cNvPr id="203" name="Google Shape;203;p21"/>
          <p:cNvSpPr txBox="1"/>
          <p:nvPr>
            <p:ph idx="4" type="title"/>
          </p:nvPr>
        </p:nvSpPr>
        <p:spPr>
          <a:xfrm>
            <a:off x="520900" y="1388975"/>
            <a:ext cx="2377800" cy="359400"/>
          </a:xfrm>
          <a:prstGeom prst="rect">
            <a:avLst/>
          </a:prstGeom>
        </p:spPr>
        <p:txBody>
          <a:bodyPr anchorCtr="0" anchor="b" bIns="91425" lIns="228600" spcFirstLastPara="1" rIns="91425" wrap="square" tIns="91425">
            <a:noAutofit/>
          </a:bodyPr>
          <a:lstStyle>
            <a:lvl1pPr lvl="0">
              <a:spcBef>
                <a:spcPts val="0"/>
              </a:spcBef>
              <a:spcAft>
                <a:spcPts val="0"/>
              </a:spcAft>
              <a:buSzPts val="1000"/>
              <a:buFont typeface="Inter Light"/>
              <a:buNone/>
              <a:defRPr sz="10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204" name="Google Shape;204;p21"/>
          <p:cNvSpPr txBox="1"/>
          <p:nvPr>
            <p:ph idx="5" type="title"/>
          </p:nvPr>
        </p:nvSpPr>
        <p:spPr>
          <a:xfrm>
            <a:off x="3167188" y="1748175"/>
            <a:ext cx="2377800" cy="926100"/>
          </a:xfrm>
          <a:prstGeom prst="rect">
            <a:avLst/>
          </a:prstGeom>
        </p:spPr>
        <p:txBody>
          <a:bodyPr anchorCtr="0" anchor="ctr" bIns="91425" lIns="228600" spcFirstLastPara="1" rIns="182875" wrap="square" tIns="91425">
            <a:noAutofit/>
          </a:bodyPr>
          <a:lstStyle>
            <a:lvl1pPr lvl="0">
              <a:spcBef>
                <a:spcPts val="0"/>
              </a:spcBef>
              <a:spcAft>
                <a:spcPts val="0"/>
              </a:spcAft>
              <a:buClr>
                <a:schemeClr val="lt1"/>
              </a:buClr>
              <a:buSzPts val="5500"/>
              <a:buNone/>
              <a:defRPr sz="5500"/>
            </a:lvl1pPr>
            <a:lvl2pPr lvl="1">
              <a:spcBef>
                <a:spcPts val="0"/>
              </a:spcBef>
              <a:spcAft>
                <a:spcPts val="0"/>
              </a:spcAft>
              <a:buClr>
                <a:schemeClr val="lt1"/>
              </a:buClr>
              <a:buSzPts val="5500"/>
              <a:buNone/>
              <a:defRPr sz="5500"/>
            </a:lvl2pPr>
            <a:lvl3pPr lvl="2">
              <a:spcBef>
                <a:spcPts val="0"/>
              </a:spcBef>
              <a:spcAft>
                <a:spcPts val="0"/>
              </a:spcAft>
              <a:buClr>
                <a:schemeClr val="lt1"/>
              </a:buClr>
              <a:buSzPts val="5500"/>
              <a:buNone/>
              <a:defRPr sz="5500"/>
            </a:lvl3pPr>
            <a:lvl4pPr lvl="3">
              <a:spcBef>
                <a:spcPts val="0"/>
              </a:spcBef>
              <a:spcAft>
                <a:spcPts val="0"/>
              </a:spcAft>
              <a:buClr>
                <a:schemeClr val="lt1"/>
              </a:buClr>
              <a:buSzPts val="5500"/>
              <a:buNone/>
              <a:defRPr sz="5500"/>
            </a:lvl4pPr>
            <a:lvl5pPr lvl="4">
              <a:spcBef>
                <a:spcPts val="0"/>
              </a:spcBef>
              <a:spcAft>
                <a:spcPts val="0"/>
              </a:spcAft>
              <a:buClr>
                <a:schemeClr val="lt1"/>
              </a:buClr>
              <a:buSzPts val="5500"/>
              <a:buNone/>
              <a:defRPr sz="5500"/>
            </a:lvl5pPr>
            <a:lvl6pPr lvl="5">
              <a:spcBef>
                <a:spcPts val="0"/>
              </a:spcBef>
              <a:spcAft>
                <a:spcPts val="0"/>
              </a:spcAft>
              <a:buClr>
                <a:schemeClr val="lt1"/>
              </a:buClr>
              <a:buSzPts val="5500"/>
              <a:buNone/>
              <a:defRPr sz="5500"/>
            </a:lvl6pPr>
            <a:lvl7pPr lvl="6">
              <a:spcBef>
                <a:spcPts val="0"/>
              </a:spcBef>
              <a:spcAft>
                <a:spcPts val="0"/>
              </a:spcAft>
              <a:buClr>
                <a:schemeClr val="lt1"/>
              </a:buClr>
              <a:buSzPts val="5500"/>
              <a:buNone/>
              <a:defRPr sz="5500"/>
            </a:lvl7pPr>
            <a:lvl8pPr lvl="7">
              <a:spcBef>
                <a:spcPts val="0"/>
              </a:spcBef>
              <a:spcAft>
                <a:spcPts val="0"/>
              </a:spcAft>
              <a:buClr>
                <a:schemeClr val="lt1"/>
              </a:buClr>
              <a:buSzPts val="5500"/>
              <a:buNone/>
              <a:defRPr sz="5500"/>
            </a:lvl8pPr>
            <a:lvl9pPr lvl="8">
              <a:spcBef>
                <a:spcPts val="0"/>
              </a:spcBef>
              <a:spcAft>
                <a:spcPts val="0"/>
              </a:spcAft>
              <a:buClr>
                <a:schemeClr val="lt1"/>
              </a:buClr>
              <a:buSzPts val="5500"/>
              <a:buNone/>
              <a:defRPr sz="5500"/>
            </a:lvl9pPr>
          </a:lstStyle>
          <a:p/>
        </p:txBody>
      </p:sp>
      <p:sp>
        <p:nvSpPr>
          <p:cNvPr id="205" name="Google Shape;205;p21"/>
          <p:cNvSpPr txBox="1"/>
          <p:nvPr>
            <p:ph idx="6" type="title"/>
          </p:nvPr>
        </p:nvSpPr>
        <p:spPr>
          <a:xfrm>
            <a:off x="3167188" y="2674400"/>
            <a:ext cx="2377800" cy="335100"/>
          </a:xfrm>
          <a:prstGeom prst="rect">
            <a:avLst/>
          </a:prstGeom>
        </p:spPr>
        <p:txBody>
          <a:bodyPr anchorCtr="0" anchor="b" bIns="91425" lIns="228600" spcFirstLastPara="1" rIns="91425" wrap="square" tIns="91425">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206" name="Google Shape;206;p21"/>
          <p:cNvSpPr txBox="1"/>
          <p:nvPr>
            <p:ph idx="7" type="subTitle"/>
          </p:nvPr>
        </p:nvSpPr>
        <p:spPr>
          <a:xfrm>
            <a:off x="3167188" y="3009500"/>
            <a:ext cx="2377800" cy="279000"/>
          </a:xfrm>
          <a:prstGeom prst="rect">
            <a:avLst/>
          </a:prstGeom>
        </p:spPr>
        <p:txBody>
          <a:bodyPr anchorCtr="0" anchor="t" bIns="0" lIns="228600" spcFirstLastPara="1" rIns="91425" wrap="square" tIns="0">
            <a:normAutofit/>
          </a:bodyPr>
          <a:lstStyle>
            <a:lvl1pPr lvl="0">
              <a:spcBef>
                <a:spcPts val="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1pPr>
            <a:lvl2pPr lvl="1">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2pPr>
            <a:lvl3pPr lvl="2">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3pPr>
            <a:lvl4pPr lvl="3">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4pPr>
            <a:lvl5pPr lvl="4">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5pPr>
            <a:lvl6pPr lvl="5">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6pPr>
            <a:lvl7pPr lvl="6">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7pPr>
            <a:lvl8pPr lvl="7">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8pPr>
            <a:lvl9pPr lvl="8">
              <a:spcBef>
                <a:spcPts val="800"/>
              </a:spcBef>
              <a:spcAft>
                <a:spcPts val="800"/>
              </a:spcAft>
              <a:buClr>
                <a:schemeClr val="lt2"/>
              </a:buClr>
              <a:buSzPts val="800"/>
              <a:buFont typeface="Inter Light"/>
              <a:buNone/>
              <a:defRPr sz="800">
                <a:solidFill>
                  <a:schemeClr val="lt2"/>
                </a:solidFill>
                <a:latin typeface="Inter Light"/>
                <a:ea typeface="Inter Light"/>
                <a:cs typeface="Inter Light"/>
                <a:sym typeface="Inter Light"/>
              </a:defRPr>
            </a:lvl9pPr>
          </a:lstStyle>
          <a:p/>
        </p:txBody>
      </p:sp>
      <p:sp>
        <p:nvSpPr>
          <p:cNvPr id="207" name="Google Shape;207;p21"/>
          <p:cNvSpPr txBox="1"/>
          <p:nvPr>
            <p:ph idx="8" type="title"/>
          </p:nvPr>
        </p:nvSpPr>
        <p:spPr>
          <a:xfrm>
            <a:off x="3167188" y="1388975"/>
            <a:ext cx="2377800" cy="359400"/>
          </a:xfrm>
          <a:prstGeom prst="rect">
            <a:avLst/>
          </a:prstGeom>
        </p:spPr>
        <p:txBody>
          <a:bodyPr anchorCtr="0" anchor="b" bIns="91425" lIns="228600" spcFirstLastPara="1" rIns="91425" wrap="square" tIns="91425">
            <a:noAutofit/>
          </a:bodyPr>
          <a:lstStyle>
            <a:lvl1pPr lvl="0">
              <a:spcBef>
                <a:spcPts val="0"/>
              </a:spcBef>
              <a:spcAft>
                <a:spcPts val="0"/>
              </a:spcAft>
              <a:buClr>
                <a:schemeClr val="lt1"/>
              </a:buClr>
              <a:buSzPts val="1000"/>
              <a:buFont typeface="Inter Light"/>
              <a:buNone/>
              <a:defRPr sz="1000">
                <a:latin typeface="Inter Light"/>
                <a:ea typeface="Inter Light"/>
                <a:cs typeface="Inter Light"/>
                <a:sym typeface="Inter Light"/>
              </a:defRPr>
            </a:lvl1pPr>
            <a:lvl2pPr lvl="1">
              <a:spcBef>
                <a:spcPts val="0"/>
              </a:spcBef>
              <a:spcAft>
                <a:spcPts val="0"/>
              </a:spcAft>
              <a:buClr>
                <a:schemeClr val="lt1"/>
              </a:buClr>
              <a:buSzPts val="1000"/>
              <a:buFont typeface="Inter Light"/>
              <a:buNone/>
              <a:defRPr sz="1000">
                <a:latin typeface="Inter Light"/>
                <a:ea typeface="Inter Light"/>
                <a:cs typeface="Inter Light"/>
                <a:sym typeface="Inter Light"/>
              </a:defRPr>
            </a:lvl2pPr>
            <a:lvl3pPr lvl="2">
              <a:spcBef>
                <a:spcPts val="0"/>
              </a:spcBef>
              <a:spcAft>
                <a:spcPts val="0"/>
              </a:spcAft>
              <a:buClr>
                <a:schemeClr val="lt1"/>
              </a:buClr>
              <a:buSzPts val="1000"/>
              <a:buFont typeface="Inter Light"/>
              <a:buNone/>
              <a:defRPr sz="1000">
                <a:latin typeface="Inter Light"/>
                <a:ea typeface="Inter Light"/>
                <a:cs typeface="Inter Light"/>
                <a:sym typeface="Inter Light"/>
              </a:defRPr>
            </a:lvl3pPr>
            <a:lvl4pPr lvl="3">
              <a:spcBef>
                <a:spcPts val="0"/>
              </a:spcBef>
              <a:spcAft>
                <a:spcPts val="0"/>
              </a:spcAft>
              <a:buClr>
                <a:schemeClr val="lt1"/>
              </a:buClr>
              <a:buSzPts val="1000"/>
              <a:buFont typeface="Inter Light"/>
              <a:buNone/>
              <a:defRPr sz="1000">
                <a:latin typeface="Inter Light"/>
                <a:ea typeface="Inter Light"/>
                <a:cs typeface="Inter Light"/>
                <a:sym typeface="Inter Light"/>
              </a:defRPr>
            </a:lvl4pPr>
            <a:lvl5pPr lvl="4">
              <a:spcBef>
                <a:spcPts val="0"/>
              </a:spcBef>
              <a:spcAft>
                <a:spcPts val="0"/>
              </a:spcAft>
              <a:buClr>
                <a:schemeClr val="lt1"/>
              </a:buClr>
              <a:buSzPts val="1000"/>
              <a:buFont typeface="Inter Light"/>
              <a:buNone/>
              <a:defRPr sz="1000">
                <a:latin typeface="Inter Light"/>
                <a:ea typeface="Inter Light"/>
                <a:cs typeface="Inter Light"/>
                <a:sym typeface="Inter Light"/>
              </a:defRPr>
            </a:lvl5pPr>
            <a:lvl6pPr lvl="5">
              <a:spcBef>
                <a:spcPts val="0"/>
              </a:spcBef>
              <a:spcAft>
                <a:spcPts val="0"/>
              </a:spcAft>
              <a:buClr>
                <a:schemeClr val="lt1"/>
              </a:buClr>
              <a:buSzPts val="1000"/>
              <a:buFont typeface="Inter Light"/>
              <a:buNone/>
              <a:defRPr sz="1000">
                <a:latin typeface="Inter Light"/>
                <a:ea typeface="Inter Light"/>
                <a:cs typeface="Inter Light"/>
                <a:sym typeface="Inter Light"/>
              </a:defRPr>
            </a:lvl6pPr>
            <a:lvl7pPr lvl="6">
              <a:spcBef>
                <a:spcPts val="0"/>
              </a:spcBef>
              <a:spcAft>
                <a:spcPts val="0"/>
              </a:spcAft>
              <a:buClr>
                <a:schemeClr val="lt1"/>
              </a:buClr>
              <a:buSzPts val="1000"/>
              <a:buFont typeface="Inter Light"/>
              <a:buNone/>
              <a:defRPr sz="1000">
                <a:latin typeface="Inter Light"/>
                <a:ea typeface="Inter Light"/>
                <a:cs typeface="Inter Light"/>
                <a:sym typeface="Inter Light"/>
              </a:defRPr>
            </a:lvl7pPr>
            <a:lvl8pPr lvl="7">
              <a:spcBef>
                <a:spcPts val="0"/>
              </a:spcBef>
              <a:spcAft>
                <a:spcPts val="0"/>
              </a:spcAft>
              <a:buClr>
                <a:schemeClr val="lt1"/>
              </a:buClr>
              <a:buSzPts val="1000"/>
              <a:buFont typeface="Inter Light"/>
              <a:buNone/>
              <a:defRPr sz="1000">
                <a:latin typeface="Inter Light"/>
                <a:ea typeface="Inter Light"/>
                <a:cs typeface="Inter Light"/>
                <a:sym typeface="Inter Light"/>
              </a:defRPr>
            </a:lvl8pPr>
            <a:lvl9pPr lvl="8">
              <a:spcBef>
                <a:spcPts val="0"/>
              </a:spcBef>
              <a:spcAft>
                <a:spcPts val="0"/>
              </a:spcAft>
              <a:buClr>
                <a:schemeClr val="lt1"/>
              </a:buClr>
              <a:buSzPts val="1000"/>
              <a:buFont typeface="Inter Light"/>
              <a:buNone/>
              <a:defRPr sz="1000">
                <a:latin typeface="Inter Light"/>
                <a:ea typeface="Inter Light"/>
                <a:cs typeface="Inter Light"/>
                <a:sym typeface="Inter Light"/>
              </a:defRPr>
            </a:lvl9pPr>
          </a:lstStyle>
          <a:p/>
        </p:txBody>
      </p:sp>
      <p:sp>
        <p:nvSpPr>
          <p:cNvPr id="208" name="Google Shape;208;p21"/>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09" name="Google Shape;209;p21"/>
          <p:cNvSpPr txBox="1"/>
          <p:nvPr>
            <p:ph idx="13"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210" name="Google Shape;210;p21"/>
          <p:cNvSpPr txBox="1"/>
          <p:nvPr>
            <p:ph idx="14"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211" name="Google Shape;211;p2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212" name="Google Shape;212;p2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213" name="Google Shape;213;p2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214" name="Google Shape;214;p2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215" name="Google Shape;215;p21"/>
          <p:cNvSpPr txBox="1"/>
          <p:nvPr>
            <p:ph idx="1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16" name="Google Shape;216;p21"/>
          <p:cNvSpPr txBox="1"/>
          <p:nvPr>
            <p:ph idx="1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217" name="Google Shape;217;p21"/>
          <p:cNvCxnSpPr/>
          <p:nvPr/>
        </p:nvCxnSpPr>
        <p:spPr>
          <a:xfrm>
            <a:off x="8622700" y="334925"/>
            <a:ext cx="0" cy="4814100"/>
          </a:xfrm>
          <a:prstGeom prst="straightConnector1">
            <a:avLst/>
          </a:prstGeom>
          <a:noFill/>
          <a:ln cap="flat" cmpd="sng" w="9525">
            <a:solidFill>
              <a:schemeClr val="lt1"/>
            </a:solidFill>
            <a:prstDash val="solid"/>
            <a:round/>
            <a:headEnd len="sm" w="sm" type="none"/>
            <a:tailEnd len="sm" w="sm" type="none"/>
          </a:ln>
        </p:spPr>
      </p:cxnSp>
      <p:sp>
        <p:nvSpPr>
          <p:cNvPr id="218" name="Google Shape;218;p21"/>
          <p:cNvSpPr txBox="1"/>
          <p:nvPr>
            <p:ph idx="17" type="title"/>
          </p:nvPr>
        </p:nvSpPr>
        <p:spPr>
          <a:xfrm>
            <a:off x="520900" y="3466625"/>
            <a:ext cx="1848600" cy="279000"/>
          </a:xfrm>
          <a:prstGeom prst="rect">
            <a:avLst/>
          </a:prstGeom>
        </p:spPr>
        <p:txBody>
          <a:bodyPr anchorCtr="0" anchor="ctr" bIns="0" lIns="182875" spcFirstLastPara="1" rIns="182875"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219" name="Google Shape;219;p21"/>
          <p:cNvSpPr txBox="1"/>
          <p:nvPr>
            <p:ph idx="18" type="subTitle"/>
          </p:nvPr>
        </p:nvSpPr>
        <p:spPr>
          <a:xfrm>
            <a:off x="524135" y="4213926"/>
            <a:ext cx="1848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220" name="Google Shape;220;p21"/>
          <p:cNvSpPr txBox="1"/>
          <p:nvPr>
            <p:ph idx="19" type="title"/>
          </p:nvPr>
        </p:nvSpPr>
        <p:spPr>
          <a:xfrm>
            <a:off x="520900" y="3745642"/>
            <a:ext cx="1848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221" name="Google Shape;221;p21"/>
          <p:cNvSpPr txBox="1"/>
          <p:nvPr>
            <p:ph idx="20" type="subTitle"/>
          </p:nvPr>
        </p:nvSpPr>
        <p:spPr>
          <a:xfrm>
            <a:off x="2374473" y="4213926"/>
            <a:ext cx="1848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222" name="Google Shape;222;p21"/>
          <p:cNvSpPr txBox="1"/>
          <p:nvPr>
            <p:ph idx="21" type="title"/>
          </p:nvPr>
        </p:nvSpPr>
        <p:spPr>
          <a:xfrm>
            <a:off x="2371238" y="3745642"/>
            <a:ext cx="1848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223" name="Google Shape;223;p21"/>
          <p:cNvSpPr txBox="1"/>
          <p:nvPr>
            <p:ph idx="22" type="subTitle"/>
          </p:nvPr>
        </p:nvSpPr>
        <p:spPr>
          <a:xfrm>
            <a:off x="4225138" y="4213928"/>
            <a:ext cx="1764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224" name="Google Shape;224;p21"/>
          <p:cNvSpPr txBox="1"/>
          <p:nvPr>
            <p:ph idx="23" type="title"/>
          </p:nvPr>
        </p:nvSpPr>
        <p:spPr>
          <a:xfrm>
            <a:off x="4222050" y="3745650"/>
            <a:ext cx="1764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225" name="Google Shape;225;p21"/>
          <p:cNvSpPr txBox="1"/>
          <p:nvPr>
            <p:ph idx="24" type="subTitle"/>
          </p:nvPr>
        </p:nvSpPr>
        <p:spPr>
          <a:xfrm>
            <a:off x="6772301" y="4214250"/>
            <a:ext cx="1848600" cy="224700"/>
          </a:xfrm>
          <a:prstGeom prst="rect">
            <a:avLst/>
          </a:prstGeom>
        </p:spPr>
        <p:txBody>
          <a:bodyPr anchorCtr="0" anchor="ctr" bIns="0" lIns="182875" spcFirstLastPara="1" rIns="91425" wrap="square" tIns="0">
            <a:normAutofit/>
          </a:bodyPr>
          <a:lstStyle>
            <a:lvl1pPr lvl="0">
              <a:spcBef>
                <a:spcPts val="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1pPr>
            <a:lvl2pPr lvl="1">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2pPr>
            <a:lvl3pPr lvl="2">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3pPr>
            <a:lvl4pPr lvl="3">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4pPr>
            <a:lvl5pPr lvl="4">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5pPr>
            <a:lvl6pPr lvl="5">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6pPr>
            <a:lvl7pPr lvl="6">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7pPr>
            <a:lvl8pPr lvl="7">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8pPr>
            <a:lvl9pPr lvl="8">
              <a:spcBef>
                <a:spcPts val="800"/>
              </a:spcBef>
              <a:spcAft>
                <a:spcPts val="80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9pPr>
          </a:lstStyle>
          <a:p/>
        </p:txBody>
      </p:sp>
      <p:sp>
        <p:nvSpPr>
          <p:cNvPr id="226" name="Google Shape;226;p21"/>
          <p:cNvSpPr txBox="1"/>
          <p:nvPr>
            <p:ph idx="25" type="title"/>
          </p:nvPr>
        </p:nvSpPr>
        <p:spPr>
          <a:xfrm>
            <a:off x="6772300" y="3745650"/>
            <a:ext cx="1848600" cy="468600"/>
          </a:xfrm>
          <a:prstGeom prst="rect">
            <a:avLst/>
          </a:prstGeom>
        </p:spPr>
        <p:txBody>
          <a:bodyPr anchorCtr="0" anchor="ctr" bIns="0" lIns="182875" spcFirstLastPara="1" rIns="182875" wrap="square" tIns="0">
            <a:noAutofit/>
          </a:bodyPr>
          <a:lstStyle>
            <a:lvl1pPr lvl="0">
              <a:spcBef>
                <a:spcPts val="0"/>
              </a:spcBef>
              <a:spcAft>
                <a:spcPts val="0"/>
              </a:spcAft>
              <a:buClr>
                <a:schemeClr val="accent1"/>
              </a:buClr>
              <a:buSzPts val="3200"/>
              <a:buFont typeface="Gowun Batang"/>
              <a:buNone/>
              <a:defRPr b="1">
                <a:solidFill>
                  <a:schemeClr val="accent1"/>
                </a:solidFill>
              </a:defRPr>
            </a:lvl1pPr>
            <a:lvl2pPr lvl="1">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2pPr>
            <a:lvl3pPr lvl="2">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3pPr>
            <a:lvl4pPr lvl="3">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4pPr>
            <a:lvl5pPr lvl="4">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5pPr>
            <a:lvl6pPr lvl="5">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6pPr>
            <a:lvl7pPr lvl="6">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7pPr>
            <a:lvl8pPr lvl="7">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8pPr>
            <a:lvl9pPr lvl="8">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rational Performance">
  <p:cSld name="BLANK_1_5_1">
    <p:bg>
      <p:bgPr>
        <a:solidFill>
          <a:schemeClr val="lt1"/>
        </a:solidFill>
      </p:bgPr>
    </p:bg>
    <p:spTree>
      <p:nvGrpSpPr>
        <p:cNvPr id="227" name="Shape 227"/>
        <p:cNvGrpSpPr/>
        <p:nvPr/>
      </p:nvGrpSpPr>
      <p:grpSpPr>
        <a:xfrm>
          <a:off x="0" y="0"/>
          <a:ext cx="0" cy="0"/>
          <a:chOff x="0" y="0"/>
          <a:chExt cx="0" cy="0"/>
        </a:xfrm>
      </p:grpSpPr>
      <p:sp>
        <p:nvSpPr>
          <p:cNvPr id="228" name="Google Shape;228;p22"/>
          <p:cNvSpPr txBox="1"/>
          <p:nvPr>
            <p:ph type="title"/>
          </p:nvPr>
        </p:nvSpPr>
        <p:spPr>
          <a:xfrm>
            <a:off x="4675375" y="337597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b="1" sz="1000">
                <a:latin typeface="Inter"/>
                <a:ea typeface="Inter"/>
                <a:cs typeface="Inter"/>
                <a:sym typeface="Inter"/>
              </a:defRPr>
            </a:lvl1pPr>
            <a:lvl2pPr lvl="1">
              <a:spcBef>
                <a:spcPts val="0"/>
              </a:spcBef>
              <a:spcAft>
                <a:spcPts val="0"/>
              </a:spcAft>
              <a:buClr>
                <a:schemeClr val="lt1"/>
              </a:buClr>
              <a:buSzPts val="1000"/>
              <a:buFont typeface="Inter"/>
              <a:buChar char="○"/>
              <a:defRPr b="1" sz="1000">
                <a:latin typeface="Inter"/>
                <a:ea typeface="Inter"/>
                <a:cs typeface="Inter"/>
                <a:sym typeface="Inter"/>
              </a:defRPr>
            </a:lvl2pPr>
            <a:lvl3pPr lvl="2">
              <a:spcBef>
                <a:spcPts val="0"/>
              </a:spcBef>
              <a:spcAft>
                <a:spcPts val="0"/>
              </a:spcAft>
              <a:buClr>
                <a:schemeClr val="lt1"/>
              </a:buClr>
              <a:buSzPts val="1000"/>
              <a:buFont typeface="Inter"/>
              <a:buChar char="■"/>
              <a:defRPr b="1" sz="1000">
                <a:latin typeface="Inter"/>
                <a:ea typeface="Inter"/>
                <a:cs typeface="Inter"/>
                <a:sym typeface="Inter"/>
              </a:defRPr>
            </a:lvl3pPr>
            <a:lvl4pPr lvl="3">
              <a:spcBef>
                <a:spcPts val="0"/>
              </a:spcBef>
              <a:spcAft>
                <a:spcPts val="0"/>
              </a:spcAft>
              <a:buClr>
                <a:schemeClr val="lt1"/>
              </a:buClr>
              <a:buSzPts val="1000"/>
              <a:buFont typeface="Inter"/>
              <a:buChar char="●"/>
              <a:defRPr b="1" sz="1000">
                <a:latin typeface="Inter"/>
                <a:ea typeface="Inter"/>
                <a:cs typeface="Inter"/>
                <a:sym typeface="Inter"/>
              </a:defRPr>
            </a:lvl4pPr>
            <a:lvl5pPr lvl="4">
              <a:spcBef>
                <a:spcPts val="0"/>
              </a:spcBef>
              <a:spcAft>
                <a:spcPts val="0"/>
              </a:spcAft>
              <a:buClr>
                <a:schemeClr val="lt1"/>
              </a:buClr>
              <a:buSzPts val="1000"/>
              <a:buFont typeface="Inter"/>
              <a:buChar char="○"/>
              <a:defRPr b="1" sz="1000">
                <a:latin typeface="Inter"/>
                <a:ea typeface="Inter"/>
                <a:cs typeface="Inter"/>
                <a:sym typeface="Inter"/>
              </a:defRPr>
            </a:lvl5pPr>
            <a:lvl6pPr lvl="5">
              <a:spcBef>
                <a:spcPts val="0"/>
              </a:spcBef>
              <a:spcAft>
                <a:spcPts val="0"/>
              </a:spcAft>
              <a:buClr>
                <a:schemeClr val="lt1"/>
              </a:buClr>
              <a:buSzPts val="1000"/>
              <a:buFont typeface="Inter"/>
              <a:buChar char="■"/>
              <a:defRPr b="1" sz="1000">
                <a:latin typeface="Inter"/>
                <a:ea typeface="Inter"/>
                <a:cs typeface="Inter"/>
                <a:sym typeface="Inter"/>
              </a:defRPr>
            </a:lvl6pPr>
            <a:lvl7pPr lvl="6">
              <a:spcBef>
                <a:spcPts val="0"/>
              </a:spcBef>
              <a:spcAft>
                <a:spcPts val="0"/>
              </a:spcAft>
              <a:buClr>
                <a:schemeClr val="lt1"/>
              </a:buClr>
              <a:buSzPts val="1000"/>
              <a:buFont typeface="Inter"/>
              <a:buChar char="●"/>
              <a:defRPr b="1" sz="1000">
                <a:latin typeface="Inter"/>
                <a:ea typeface="Inter"/>
                <a:cs typeface="Inter"/>
                <a:sym typeface="Inter"/>
              </a:defRPr>
            </a:lvl7pPr>
            <a:lvl8pPr lvl="7">
              <a:spcBef>
                <a:spcPts val="0"/>
              </a:spcBef>
              <a:spcAft>
                <a:spcPts val="0"/>
              </a:spcAft>
              <a:buClr>
                <a:schemeClr val="lt1"/>
              </a:buClr>
              <a:buSzPts val="1000"/>
              <a:buFont typeface="Inter"/>
              <a:buChar char="○"/>
              <a:defRPr b="1" sz="1000">
                <a:latin typeface="Inter"/>
                <a:ea typeface="Inter"/>
                <a:cs typeface="Inter"/>
                <a:sym typeface="Inter"/>
              </a:defRPr>
            </a:lvl8pPr>
            <a:lvl9pPr lvl="8">
              <a:spcBef>
                <a:spcPts val="0"/>
              </a:spcBef>
              <a:spcAft>
                <a:spcPts val="0"/>
              </a:spcAft>
              <a:buClr>
                <a:schemeClr val="lt1"/>
              </a:buClr>
              <a:buSzPts val="1000"/>
              <a:buFont typeface="Inter"/>
              <a:buChar char="■"/>
              <a:defRPr b="1" sz="1000">
                <a:latin typeface="Inter"/>
                <a:ea typeface="Inter"/>
                <a:cs typeface="Inter"/>
                <a:sym typeface="Inter"/>
              </a:defRPr>
            </a:lvl9pPr>
          </a:lstStyle>
          <a:p/>
        </p:txBody>
      </p:sp>
      <p:sp>
        <p:nvSpPr>
          <p:cNvPr id="229" name="Google Shape;229;p22"/>
          <p:cNvSpPr txBox="1"/>
          <p:nvPr>
            <p:ph idx="2" type="title"/>
          </p:nvPr>
        </p:nvSpPr>
        <p:spPr>
          <a:xfrm>
            <a:off x="3429275" y="33759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b="1" sz="1000">
                <a:latin typeface="Inter"/>
                <a:ea typeface="Inter"/>
                <a:cs typeface="Inter"/>
                <a:sym typeface="Inter"/>
              </a:defRPr>
            </a:lvl1pPr>
            <a:lvl2pPr lvl="1">
              <a:spcBef>
                <a:spcPts val="0"/>
              </a:spcBef>
              <a:spcAft>
                <a:spcPts val="0"/>
              </a:spcAft>
              <a:buClr>
                <a:schemeClr val="lt1"/>
              </a:buClr>
              <a:buSzPts val="1000"/>
              <a:buFont typeface="Inter"/>
              <a:buChar char="○"/>
              <a:defRPr b="1" sz="1000">
                <a:latin typeface="Inter"/>
                <a:ea typeface="Inter"/>
                <a:cs typeface="Inter"/>
                <a:sym typeface="Inter"/>
              </a:defRPr>
            </a:lvl2pPr>
            <a:lvl3pPr lvl="2">
              <a:spcBef>
                <a:spcPts val="0"/>
              </a:spcBef>
              <a:spcAft>
                <a:spcPts val="0"/>
              </a:spcAft>
              <a:buClr>
                <a:schemeClr val="lt1"/>
              </a:buClr>
              <a:buSzPts val="1000"/>
              <a:buFont typeface="Inter"/>
              <a:buChar char="■"/>
              <a:defRPr b="1" sz="1000">
                <a:latin typeface="Inter"/>
                <a:ea typeface="Inter"/>
                <a:cs typeface="Inter"/>
                <a:sym typeface="Inter"/>
              </a:defRPr>
            </a:lvl3pPr>
            <a:lvl4pPr lvl="3">
              <a:spcBef>
                <a:spcPts val="0"/>
              </a:spcBef>
              <a:spcAft>
                <a:spcPts val="0"/>
              </a:spcAft>
              <a:buClr>
                <a:schemeClr val="lt1"/>
              </a:buClr>
              <a:buSzPts val="1000"/>
              <a:buFont typeface="Inter"/>
              <a:buChar char="●"/>
              <a:defRPr b="1" sz="1000">
                <a:latin typeface="Inter"/>
                <a:ea typeface="Inter"/>
                <a:cs typeface="Inter"/>
                <a:sym typeface="Inter"/>
              </a:defRPr>
            </a:lvl4pPr>
            <a:lvl5pPr lvl="4">
              <a:spcBef>
                <a:spcPts val="0"/>
              </a:spcBef>
              <a:spcAft>
                <a:spcPts val="0"/>
              </a:spcAft>
              <a:buClr>
                <a:schemeClr val="lt1"/>
              </a:buClr>
              <a:buSzPts val="1000"/>
              <a:buFont typeface="Inter"/>
              <a:buChar char="○"/>
              <a:defRPr b="1" sz="1000">
                <a:latin typeface="Inter"/>
                <a:ea typeface="Inter"/>
                <a:cs typeface="Inter"/>
                <a:sym typeface="Inter"/>
              </a:defRPr>
            </a:lvl5pPr>
            <a:lvl6pPr lvl="5">
              <a:spcBef>
                <a:spcPts val="0"/>
              </a:spcBef>
              <a:spcAft>
                <a:spcPts val="0"/>
              </a:spcAft>
              <a:buClr>
                <a:schemeClr val="lt1"/>
              </a:buClr>
              <a:buSzPts val="1000"/>
              <a:buFont typeface="Inter"/>
              <a:buChar char="■"/>
              <a:defRPr b="1" sz="1000">
                <a:latin typeface="Inter"/>
                <a:ea typeface="Inter"/>
                <a:cs typeface="Inter"/>
                <a:sym typeface="Inter"/>
              </a:defRPr>
            </a:lvl6pPr>
            <a:lvl7pPr lvl="6">
              <a:spcBef>
                <a:spcPts val="0"/>
              </a:spcBef>
              <a:spcAft>
                <a:spcPts val="0"/>
              </a:spcAft>
              <a:buClr>
                <a:schemeClr val="lt1"/>
              </a:buClr>
              <a:buSzPts val="1000"/>
              <a:buFont typeface="Inter"/>
              <a:buChar char="●"/>
              <a:defRPr b="1" sz="1000">
                <a:latin typeface="Inter"/>
                <a:ea typeface="Inter"/>
                <a:cs typeface="Inter"/>
                <a:sym typeface="Inter"/>
              </a:defRPr>
            </a:lvl7pPr>
            <a:lvl8pPr lvl="7">
              <a:spcBef>
                <a:spcPts val="0"/>
              </a:spcBef>
              <a:spcAft>
                <a:spcPts val="0"/>
              </a:spcAft>
              <a:buClr>
                <a:schemeClr val="lt1"/>
              </a:buClr>
              <a:buSzPts val="1000"/>
              <a:buFont typeface="Inter"/>
              <a:buChar char="○"/>
              <a:defRPr b="1" sz="1000">
                <a:latin typeface="Inter"/>
                <a:ea typeface="Inter"/>
                <a:cs typeface="Inter"/>
                <a:sym typeface="Inter"/>
              </a:defRPr>
            </a:lvl8pPr>
            <a:lvl9pPr lvl="8">
              <a:spcBef>
                <a:spcPts val="0"/>
              </a:spcBef>
              <a:spcAft>
                <a:spcPts val="0"/>
              </a:spcAft>
              <a:buClr>
                <a:schemeClr val="lt1"/>
              </a:buClr>
              <a:buSzPts val="1000"/>
              <a:buFont typeface="Inter"/>
              <a:buChar char="■"/>
              <a:defRPr b="1" sz="1000">
                <a:latin typeface="Inter"/>
                <a:ea typeface="Inter"/>
                <a:cs typeface="Inter"/>
                <a:sym typeface="Inter"/>
              </a:defRPr>
            </a:lvl9pPr>
          </a:lstStyle>
          <a:p/>
        </p:txBody>
      </p:sp>
      <p:sp>
        <p:nvSpPr>
          <p:cNvPr id="230" name="Google Shape;230;p22"/>
          <p:cNvSpPr txBox="1"/>
          <p:nvPr>
            <p:ph idx="3" type="title"/>
          </p:nvPr>
        </p:nvSpPr>
        <p:spPr>
          <a:xfrm>
            <a:off x="4675375" y="147532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231" name="Google Shape;231;p22"/>
          <p:cNvSpPr txBox="1"/>
          <p:nvPr>
            <p:ph idx="4" type="title"/>
          </p:nvPr>
        </p:nvSpPr>
        <p:spPr>
          <a:xfrm>
            <a:off x="4675375" y="2107788"/>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232" name="Google Shape;232;p22"/>
          <p:cNvSpPr txBox="1"/>
          <p:nvPr>
            <p:ph idx="5" type="title"/>
          </p:nvPr>
        </p:nvSpPr>
        <p:spPr>
          <a:xfrm>
            <a:off x="4675375" y="274032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233" name="Google Shape;233;p22"/>
          <p:cNvSpPr txBox="1"/>
          <p:nvPr>
            <p:ph idx="6" type="title"/>
          </p:nvPr>
        </p:nvSpPr>
        <p:spPr>
          <a:xfrm>
            <a:off x="4675375" y="4007325"/>
            <a:ext cx="10560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234" name="Google Shape;234;p22"/>
          <p:cNvSpPr txBox="1"/>
          <p:nvPr>
            <p:ph idx="7" type="title"/>
          </p:nvPr>
        </p:nvSpPr>
        <p:spPr>
          <a:xfrm>
            <a:off x="3429252" y="147532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235" name="Google Shape;235;p22"/>
          <p:cNvSpPr txBox="1"/>
          <p:nvPr>
            <p:ph idx="8" type="title"/>
          </p:nvPr>
        </p:nvSpPr>
        <p:spPr>
          <a:xfrm>
            <a:off x="3429252" y="21072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236" name="Google Shape;236;p22"/>
          <p:cNvSpPr txBox="1"/>
          <p:nvPr>
            <p:ph idx="9" type="title"/>
          </p:nvPr>
        </p:nvSpPr>
        <p:spPr>
          <a:xfrm>
            <a:off x="3429252" y="2742250"/>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237" name="Google Shape;237;p22"/>
          <p:cNvSpPr txBox="1"/>
          <p:nvPr>
            <p:ph idx="13" type="title"/>
          </p:nvPr>
        </p:nvSpPr>
        <p:spPr>
          <a:xfrm>
            <a:off x="3429250" y="4008675"/>
            <a:ext cx="12441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238" name="Google Shape;238;p22"/>
          <p:cNvSpPr txBox="1"/>
          <p:nvPr>
            <p:ph idx="14" type="title"/>
          </p:nvPr>
        </p:nvSpPr>
        <p:spPr>
          <a:xfrm>
            <a:off x="2184152" y="147532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239" name="Google Shape;239;p22"/>
          <p:cNvSpPr txBox="1"/>
          <p:nvPr>
            <p:ph idx="15" type="title"/>
          </p:nvPr>
        </p:nvSpPr>
        <p:spPr>
          <a:xfrm>
            <a:off x="2184152" y="21072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240" name="Google Shape;240;p22"/>
          <p:cNvSpPr txBox="1"/>
          <p:nvPr>
            <p:ph idx="16" type="title"/>
          </p:nvPr>
        </p:nvSpPr>
        <p:spPr>
          <a:xfrm>
            <a:off x="2184152" y="2742250"/>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241" name="Google Shape;241;p22"/>
          <p:cNvSpPr txBox="1"/>
          <p:nvPr>
            <p:ph idx="17" type="title"/>
          </p:nvPr>
        </p:nvSpPr>
        <p:spPr>
          <a:xfrm>
            <a:off x="2184175" y="33759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sz="1000">
                <a:latin typeface="Inter"/>
                <a:ea typeface="Inter"/>
                <a:cs typeface="Inter"/>
                <a:sym typeface="Inter"/>
              </a:defRPr>
            </a:lvl1pPr>
            <a:lvl2pPr lvl="1">
              <a:spcBef>
                <a:spcPts val="0"/>
              </a:spcBef>
              <a:spcAft>
                <a:spcPts val="0"/>
              </a:spcAft>
              <a:buClr>
                <a:schemeClr val="lt1"/>
              </a:buClr>
              <a:buSzPts val="1000"/>
              <a:buFont typeface="Inter"/>
              <a:buChar char="○"/>
              <a:defRPr sz="1000">
                <a:latin typeface="Inter"/>
                <a:ea typeface="Inter"/>
                <a:cs typeface="Inter"/>
                <a:sym typeface="Inter"/>
              </a:defRPr>
            </a:lvl2pPr>
            <a:lvl3pPr lvl="2">
              <a:spcBef>
                <a:spcPts val="0"/>
              </a:spcBef>
              <a:spcAft>
                <a:spcPts val="0"/>
              </a:spcAft>
              <a:buClr>
                <a:schemeClr val="lt1"/>
              </a:buClr>
              <a:buSzPts val="1000"/>
              <a:buFont typeface="Inter"/>
              <a:buChar char="■"/>
              <a:defRPr sz="1000">
                <a:latin typeface="Inter"/>
                <a:ea typeface="Inter"/>
                <a:cs typeface="Inter"/>
                <a:sym typeface="Inter"/>
              </a:defRPr>
            </a:lvl3pPr>
            <a:lvl4pPr lvl="3">
              <a:spcBef>
                <a:spcPts val="0"/>
              </a:spcBef>
              <a:spcAft>
                <a:spcPts val="0"/>
              </a:spcAft>
              <a:buClr>
                <a:schemeClr val="lt1"/>
              </a:buClr>
              <a:buSzPts val="1000"/>
              <a:buFont typeface="Inter"/>
              <a:buChar char="●"/>
              <a:defRPr sz="1000">
                <a:latin typeface="Inter"/>
                <a:ea typeface="Inter"/>
                <a:cs typeface="Inter"/>
                <a:sym typeface="Inter"/>
              </a:defRPr>
            </a:lvl4pPr>
            <a:lvl5pPr lvl="4">
              <a:spcBef>
                <a:spcPts val="0"/>
              </a:spcBef>
              <a:spcAft>
                <a:spcPts val="0"/>
              </a:spcAft>
              <a:buClr>
                <a:schemeClr val="lt1"/>
              </a:buClr>
              <a:buSzPts val="1000"/>
              <a:buFont typeface="Inter"/>
              <a:buChar char="○"/>
              <a:defRPr sz="1000">
                <a:latin typeface="Inter"/>
                <a:ea typeface="Inter"/>
                <a:cs typeface="Inter"/>
                <a:sym typeface="Inter"/>
              </a:defRPr>
            </a:lvl5pPr>
            <a:lvl6pPr lvl="5">
              <a:spcBef>
                <a:spcPts val="0"/>
              </a:spcBef>
              <a:spcAft>
                <a:spcPts val="0"/>
              </a:spcAft>
              <a:buClr>
                <a:schemeClr val="lt1"/>
              </a:buClr>
              <a:buSzPts val="1000"/>
              <a:buFont typeface="Inter"/>
              <a:buChar char="■"/>
              <a:defRPr sz="1000">
                <a:latin typeface="Inter"/>
                <a:ea typeface="Inter"/>
                <a:cs typeface="Inter"/>
                <a:sym typeface="Inter"/>
              </a:defRPr>
            </a:lvl6pPr>
            <a:lvl7pPr lvl="6">
              <a:spcBef>
                <a:spcPts val="0"/>
              </a:spcBef>
              <a:spcAft>
                <a:spcPts val="0"/>
              </a:spcAft>
              <a:buClr>
                <a:schemeClr val="lt1"/>
              </a:buClr>
              <a:buSzPts val="1000"/>
              <a:buFont typeface="Inter"/>
              <a:buChar char="●"/>
              <a:defRPr sz="1000">
                <a:latin typeface="Inter"/>
                <a:ea typeface="Inter"/>
                <a:cs typeface="Inter"/>
                <a:sym typeface="Inter"/>
              </a:defRPr>
            </a:lvl7pPr>
            <a:lvl8pPr lvl="7">
              <a:spcBef>
                <a:spcPts val="0"/>
              </a:spcBef>
              <a:spcAft>
                <a:spcPts val="0"/>
              </a:spcAft>
              <a:buClr>
                <a:schemeClr val="lt1"/>
              </a:buClr>
              <a:buSzPts val="1000"/>
              <a:buFont typeface="Inter"/>
              <a:buChar char="○"/>
              <a:defRPr sz="1000">
                <a:latin typeface="Inter"/>
                <a:ea typeface="Inter"/>
                <a:cs typeface="Inter"/>
                <a:sym typeface="Inter"/>
              </a:defRPr>
            </a:lvl8pPr>
            <a:lvl9pPr lvl="8">
              <a:spcBef>
                <a:spcPts val="0"/>
              </a:spcBef>
              <a:spcAft>
                <a:spcPts val="0"/>
              </a:spcAft>
              <a:buClr>
                <a:schemeClr val="lt1"/>
              </a:buClr>
              <a:buSzPts val="1000"/>
              <a:buFont typeface="Inter"/>
              <a:buChar char="■"/>
              <a:defRPr sz="1000">
                <a:latin typeface="Inter"/>
                <a:ea typeface="Inter"/>
                <a:cs typeface="Inter"/>
                <a:sym typeface="Inter"/>
              </a:defRPr>
            </a:lvl9pPr>
          </a:lstStyle>
          <a:p/>
        </p:txBody>
      </p:sp>
      <p:sp>
        <p:nvSpPr>
          <p:cNvPr id="242" name="Google Shape;242;p22"/>
          <p:cNvSpPr txBox="1"/>
          <p:nvPr>
            <p:ph idx="18" type="title"/>
          </p:nvPr>
        </p:nvSpPr>
        <p:spPr>
          <a:xfrm>
            <a:off x="2184150" y="4008675"/>
            <a:ext cx="12441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243" name="Google Shape;243;p22"/>
          <p:cNvSpPr txBox="1"/>
          <p:nvPr>
            <p:ph idx="19" type="title"/>
          </p:nvPr>
        </p:nvSpPr>
        <p:spPr>
          <a:xfrm>
            <a:off x="522075" y="337551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44" name="Google Shape;244;p22"/>
          <p:cNvSpPr txBox="1"/>
          <p:nvPr>
            <p:ph idx="20" type="title"/>
          </p:nvPr>
        </p:nvSpPr>
        <p:spPr>
          <a:xfrm>
            <a:off x="2183175" y="8416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45" name="Google Shape;245;p22"/>
          <p:cNvSpPr txBox="1"/>
          <p:nvPr>
            <p:ph idx="21" type="title"/>
          </p:nvPr>
        </p:nvSpPr>
        <p:spPr>
          <a:xfrm>
            <a:off x="3429275" y="8416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46" name="Google Shape;246;p22"/>
          <p:cNvSpPr txBox="1"/>
          <p:nvPr>
            <p:ph idx="22" type="title"/>
          </p:nvPr>
        </p:nvSpPr>
        <p:spPr>
          <a:xfrm>
            <a:off x="522075" y="1474600"/>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47" name="Google Shape;247;p22"/>
          <p:cNvSpPr txBox="1"/>
          <p:nvPr>
            <p:ph idx="23" type="title"/>
          </p:nvPr>
        </p:nvSpPr>
        <p:spPr>
          <a:xfrm>
            <a:off x="522075" y="210856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48" name="Google Shape;248;p22"/>
          <p:cNvSpPr txBox="1"/>
          <p:nvPr>
            <p:ph idx="24" type="title"/>
          </p:nvPr>
        </p:nvSpPr>
        <p:spPr>
          <a:xfrm>
            <a:off x="522075" y="274041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49" name="Google Shape;249;p22"/>
          <p:cNvSpPr txBox="1"/>
          <p:nvPr>
            <p:ph idx="25" type="title"/>
          </p:nvPr>
        </p:nvSpPr>
        <p:spPr>
          <a:xfrm>
            <a:off x="522075" y="4005674"/>
            <a:ext cx="1661100" cy="6093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50" name="Google Shape;250;p22"/>
          <p:cNvSpPr txBox="1"/>
          <p:nvPr>
            <p:ph idx="26" type="title"/>
          </p:nvPr>
        </p:nvSpPr>
        <p:spPr>
          <a:xfrm>
            <a:off x="5731300" y="1475000"/>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51" name="Google Shape;251;p22"/>
          <p:cNvSpPr txBox="1"/>
          <p:nvPr>
            <p:ph idx="27" type="title"/>
          </p:nvPr>
        </p:nvSpPr>
        <p:spPr>
          <a:xfrm>
            <a:off x="5731300" y="2107788"/>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52" name="Google Shape;252;p22"/>
          <p:cNvSpPr txBox="1"/>
          <p:nvPr>
            <p:ph idx="28" type="title"/>
          </p:nvPr>
        </p:nvSpPr>
        <p:spPr>
          <a:xfrm>
            <a:off x="5731300" y="2741150"/>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53" name="Google Shape;253;p22"/>
          <p:cNvSpPr txBox="1"/>
          <p:nvPr>
            <p:ph idx="29" type="title"/>
          </p:nvPr>
        </p:nvSpPr>
        <p:spPr>
          <a:xfrm>
            <a:off x="5731300" y="4011450"/>
            <a:ext cx="2891400" cy="603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54" name="Google Shape;254;p2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55" name="Google Shape;255;p22"/>
          <p:cNvSpPr txBox="1"/>
          <p:nvPr>
            <p:ph idx="30"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256" name="Google Shape;256;p22"/>
          <p:cNvSpPr txBox="1"/>
          <p:nvPr>
            <p:ph idx="31"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257" name="Google Shape;257;p22"/>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258" name="Google Shape;258;p22"/>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259" name="Google Shape;259;p22"/>
          <p:cNvSpPr txBox="1"/>
          <p:nvPr>
            <p:ph idx="32" type="title"/>
          </p:nvPr>
        </p:nvSpPr>
        <p:spPr>
          <a:xfrm>
            <a:off x="5731300" y="3374175"/>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60" name="Google Shape;260;p22"/>
          <p:cNvSpPr txBox="1"/>
          <p:nvPr>
            <p:ph idx="33"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1">
  <p:cSld name="BLANK_1_1_1_1_1_1_1_1_1_1">
    <p:bg>
      <p:bgPr>
        <a:solidFill>
          <a:schemeClr val="lt2"/>
        </a:solidFill>
      </p:bgPr>
    </p:bg>
    <p:spTree>
      <p:nvGrpSpPr>
        <p:cNvPr id="261" name="Shape 261"/>
        <p:cNvGrpSpPr/>
        <p:nvPr/>
      </p:nvGrpSpPr>
      <p:grpSpPr>
        <a:xfrm>
          <a:off x="0" y="0"/>
          <a:ext cx="0" cy="0"/>
          <a:chOff x="0" y="0"/>
          <a:chExt cx="0" cy="0"/>
        </a:xfrm>
      </p:grpSpPr>
      <p:sp>
        <p:nvSpPr>
          <p:cNvPr id="262" name="Google Shape;262;p23"/>
          <p:cNvSpPr txBox="1"/>
          <p:nvPr>
            <p:ph type="title"/>
          </p:nvPr>
        </p:nvSpPr>
        <p:spPr>
          <a:xfrm>
            <a:off x="521250" y="841675"/>
            <a:ext cx="1923300" cy="3842100"/>
          </a:xfrm>
          <a:prstGeom prst="rect">
            <a:avLst/>
          </a:prstGeom>
        </p:spPr>
        <p:txBody>
          <a:bodyPr anchorCtr="0" anchor="t" bIns="91425" lIns="274300" spcFirstLastPara="1" rIns="182875" wrap="square" tIns="182875">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63" name="Google Shape;263;p23"/>
          <p:cNvSpPr txBox="1"/>
          <p:nvPr>
            <p:ph idx="2" type="title"/>
          </p:nvPr>
        </p:nvSpPr>
        <p:spPr>
          <a:xfrm>
            <a:off x="244515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64" name="Google Shape;264;p23"/>
          <p:cNvSpPr txBox="1"/>
          <p:nvPr>
            <p:ph idx="3" type="title"/>
          </p:nvPr>
        </p:nvSpPr>
        <p:spPr>
          <a:xfrm>
            <a:off x="467860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65" name="Google Shape;265;p23"/>
          <p:cNvSpPr txBox="1"/>
          <p:nvPr>
            <p:ph idx="4" type="title"/>
          </p:nvPr>
        </p:nvSpPr>
        <p:spPr>
          <a:xfrm>
            <a:off x="691205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66" name="Google Shape;266;p23"/>
          <p:cNvSpPr txBox="1"/>
          <p:nvPr>
            <p:ph idx="1" type="body"/>
          </p:nvPr>
        </p:nvSpPr>
        <p:spPr>
          <a:xfrm>
            <a:off x="2444900" y="1411425"/>
            <a:ext cx="2233200" cy="1091400"/>
          </a:xfrm>
          <a:prstGeom prst="rect">
            <a:avLst/>
          </a:prstGeom>
        </p:spPr>
        <p:txBody>
          <a:bodyPr anchorCtr="0" anchor="t" bIns="91425" lIns="182875" spcFirstLastPara="1" rIns="9142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67" name="Google Shape;267;p23"/>
          <p:cNvSpPr txBox="1"/>
          <p:nvPr>
            <p:ph idx="5" type="body"/>
          </p:nvPr>
        </p:nvSpPr>
        <p:spPr>
          <a:xfrm>
            <a:off x="6913250" y="1411425"/>
            <a:ext cx="2233200" cy="1091400"/>
          </a:xfrm>
          <a:prstGeom prst="rect">
            <a:avLst/>
          </a:prstGeom>
        </p:spPr>
        <p:txBody>
          <a:bodyPr anchorCtr="0" anchor="t" bIns="91425" lIns="182875" spcFirstLastPara="1" rIns="9142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68" name="Google Shape;268;p23"/>
          <p:cNvSpPr txBox="1"/>
          <p:nvPr>
            <p:ph idx="6" type="title"/>
          </p:nvPr>
        </p:nvSpPr>
        <p:spPr>
          <a:xfrm>
            <a:off x="7583463"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69" name="Google Shape;269;p23"/>
          <p:cNvSpPr txBox="1"/>
          <p:nvPr>
            <p:ph idx="7" type="subTitle"/>
          </p:nvPr>
        </p:nvSpPr>
        <p:spPr>
          <a:xfrm>
            <a:off x="6912288"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70" name="Google Shape;270;p23"/>
          <p:cNvSpPr txBox="1"/>
          <p:nvPr>
            <p:ph idx="8" type="subTitle"/>
          </p:nvPr>
        </p:nvSpPr>
        <p:spPr>
          <a:xfrm>
            <a:off x="6912288"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71" name="Google Shape;271;p23"/>
          <p:cNvSpPr txBox="1"/>
          <p:nvPr>
            <p:ph idx="9" type="subTitle"/>
          </p:nvPr>
        </p:nvSpPr>
        <p:spPr>
          <a:xfrm>
            <a:off x="6912288"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72" name="Google Shape;272;p23"/>
          <p:cNvSpPr txBox="1"/>
          <p:nvPr>
            <p:ph idx="13" type="title"/>
          </p:nvPr>
        </p:nvSpPr>
        <p:spPr>
          <a:xfrm>
            <a:off x="7583463"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73" name="Google Shape;273;p23"/>
          <p:cNvSpPr txBox="1"/>
          <p:nvPr>
            <p:ph idx="14" type="title"/>
          </p:nvPr>
        </p:nvSpPr>
        <p:spPr>
          <a:xfrm>
            <a:off x="7583463"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74" name="Google Shape;274;p23"/>
          <p:cNvSpPr txBox="1"/>
          <p:nvPr>
            <p:ph idx="15" type="title"/>
          </p:nvPr>
        </p:nvSpPr>
        <p:spPr>
          <a:xfrm>
            <a:off x="8535075"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75" name="Google Shape;275;p23"/>
          <p:cNvSpPr txBox="1"/>
          <p:nvPr>
            <p:ph idx="16" type="title"/>
          </p:nvPr>
        </p:nvSpPr>
        <p:spPr>
          <a:xfrm>
            <a:off x="8535075"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76" name="Google Shape;276;p23"/>
          <p:cNvSpPr txBox="1"/>
          <p:nvPr>
            <p:ph idx="17" type="title"/>
          </p:nvPr>
        </p:nvSpPr>
        <p:spPr>
          <a:xfrm>
            <a:off x="8535075"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77" name="Google Shape;277;p23"/>
          <p:cNvSpPr txBox="1"/>
          <p:nvPr>
            <p:ph idx="18" type="title"/>
          </p:nvPr>
        </p:nvSpPr>
        <p:spPr>
          <a:xfrm>
            <a:off x="5349963"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78" name="Google Shape;278;p23"/>
          <p:cNvSpPr txBox="1"/>
          <p:nvPr>
            <p:ph idx="19" type="subTitle"/>
          </p:nvPr>
        </p:nvSpPr>
        <p:spPr>
          <a:xfrm>
            <a:off x="4678788"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79" name="Google Shape;279;p23"/>
          <p:cNvSpPr txBox="1"/>
          <p:nvPr>
            <p:ph idx="20" type="subTitle"/>
          </p:nvPr>
        </p:nvSpPr>
        <p:spPr>
          <a:xfrm>
            <a:off x="4678788"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80" name="Google Shape;280;p23"/>
          <p:cNvSpPr txBox="1"/>
          <p:nvPr>
            <p:ph idx="21" type="subTitle"/>
          </p:nvPr>
        </p:nvSpPr>
        <p:spPr>
          <a:xfrm>
            <a:off x="4678788"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81" name="Google Shape;281;p23"/>
          <p:cNvSpPr txBox="1"/>
          <p:nvPr>
            <p:ph idx="22" type="title"/>
          </p:nvPr>
        </p:nvSpPr>
        <p:spPr>
          <a:xfrm>
            <a:off x="5349963"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82" name="Google Shape;282;p23"/>
          <p:cNvSpPr txBox="1"/>
          <p:nvPr>
            <p:ph idx="23" type="title"/>
          </p:nvPr>
        </p:nvSpPr>
        <p:spPr>
          <a:xfrm>
            <a:off x="5349963"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83" name="Google Shape;283;p23"/>
          <p:cNvSpPr txBox="1"/>
          <p:nvPr>
            <p:ph idx="24" type="title"/>
          </p:nvPr>
        </p:nvSpPr>
        <p:spPr>
          <a:xfrm>
            <a:off x="3112275"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84" name="Google Shape;284;p23"/>
          <p:cNvSpPr txBox="1"/>
          <p:nvPr>
            <p:ph idx="25" type="subTitle"/>
          </p:nvPr>
        </p:nvSpPr>
        <p:spPr>
          <a:xfrm>
            <a:off x="2441100"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85" name="Google Shape;285;p23"/>
          <p:cNvSpPr txBox="1"/>
          <p:nvPr>
            <p:ph idx="26" type="subTitle"/>
          </p:nvPr>
        </p:nvSpPr>
        <p:spPr>
          <a:xfrm>
            <a:off x="2441100"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86" name="Google Shape;286;p23"/>
          <p:cNvSpPr txBox="1"/>
          <p:nvPr>
            <p:ph idx="27" type="subTitle"/>
          </p:nvPr>
        </p:nvSpPr>
        <p:spPr>
          <a:xfrm>
            <a:off x="2441100"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87" name="Google Shape;287;p23"/>
          <p:cNvSpPr txBox="1"/>
          <p:nvPr>
            <p:ph idx="28" type="title"/>
          </p:nvPr>
        </p:nvSpPr>
        <p:spPr>
          <a:xfrm>
            <a:off x="3112275"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88" name="Google Shape;288;p23"/>
          <p:cNvSpPr txBox="1"/>
          <p:nvPr/>
        </p:nvSpPr>
        <p:spPr>
          <a:xfrm>
            <a:off x="5762125" y="3346325"/>
            <a:ext cx="611100" cy="335100"/>
          </a:xfrm>
          <a:prstGeom prst="rect">
            <a:avLst/>
          </a:prstGeom>
          <a:noFill/>
          <a:ln>
            <a:noFill/>
          </a:ln>
        </p:spPr>
        <p:txBody>
          <a:bodyPr anchorCtr="0" anchor="ctr" bIns="91425" lIns="91425" spcFirstLastPara="1" rIns="182875" wrap="square" tIns="91425">
            <a:noAutofit/>
          </a:bodyPr>
          <a:lstStyle/>
          <a:p>
            <a:pPr indent="0" lvl="0" marL="0" marR="0" rtl="0" algn="r">
              <a:lnSpc>
                <a:spcPct val="100000"/>
              </a:lnSpc>
              <a:spcBef>
                <a:spcPts val="0"/>
              </a:spcBef>
              <a:spcAft>
                <a:spcPts val="0"/>
              </a:spcAft>
              <a:buClr>
                <a:srgbClr val="000000"/>
              </a:buClr>
              <a:buSzPts val="1000"/>
              <a:buFont typeface="Arial"/>
              <a:buNone/>
            </a:pPr>
            <a:r>
              <a:rPr lang="en" sz="1000">
                <a:solidFill>
                  <a:schemeClr val="lt2"/>
                </a:solidFill>
                <a:latin typeface="Inter Medium"/>
                <a:ea typeface="Inter Medium"/>
                <a:cs typeface="Inter Medium"/>
                <a:sym typeface="Inter Medium"/>
              </a:rPr>
              <a:t>00%</a:t>
            </a:r>
            <a:endParaRPr sz="1000">
              <a:solidFill>
                <a:schemeClr val="lt2"/>
              </a:solidFill>
              <a:latin typeface="Inter Medium"/>
              <a:ea typeface="Inter Medium"/>
              <a:cs typeface="Inter Medium"/>
              <a:sym typeface="Inter Medium"/>
            </a:endParaRPr>
          </a:p>
        </p:txBody>
      </p:sp>
      <p:sp>
        <p:nvSpPr>
          <p:cNvPr id="289" name="Google Shape;289;p23"/>
          <p:cNvSpPr txBox="1"/>
          <p:nvPr>
            <p:ph idx="2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90" name="Google Shape;290;p23"/>
          <p:cNvSpPr txBox="1"/>
          <p:nvPr>
            <p:ph idx="30"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91" name="Google Shape;291;p23"/>
          <p:cNvSpPr txBox="1"/>
          <p:nvPr>
            <p:ph idx="31"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292" name="Google Shape;292;p2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293" name="Google Shape;293;p2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294" name="Google Shape;294;p23"/>
          <p:cNvSpPr txBox="1"/>
          <p:nvPr>
            <p:ph idx="32" type="title"/>
          </p:nvPr>
        </p:nvSpPr>
        <p:spPr>
          <a:xfrm flipH="1">
            <a:off x="524150" y="334900"/>
            <a:ext cx="62487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295" name="Google Shape;295;p23"/>
          <p:cNvSpPr txBox="1"/>
          <p:nvPr>
            <p:ph idx="33" type="title"/>
          </p:nvPr>
        </p:nvSpPr>
        <p:spPr>
          <a:xfrm>
            <a:off x="3112275"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96" name="Google Shape;296;p23"/>
          <p:cNvSpPr txBox="1"/>
          <p:nvPr>
            <p:ph idx="34" type="title"/>
          </p:nvPr>
        </p:nvSpPr>
        <p:spPr>
          <a:xfrm>
            <a:off x="4067600"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97" name="Google Shape;297;p23"/>
          <p:cNvSpPr txBox="1"/>
          <p:nvPr>
            <p:ph idx="35" type="title"/>
          </p:nvPr>
        </p:nvSpPr>
        <p:spPr>
          <a:xfrm>
            <a:off x="4067600"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98" name="Google Shape;298;p23"/>
          <p:cNvSpPr txBox="1"/>
          <p:nvPr>
            <p:ph idx="36" type="title"/>
          </p:nvPr>
        </p:nvSpPr>
        <p:spPr>
          <a:xfrm>
            <a:off x="4067600"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99" name="Google Shape;299;p23"/>
          <p:cNvSpPr txBox="1"/>
          <p:nvPr>
            <p:ph idx="37" type="title"/>
          </p:nvPr>
        </p:nvSpPr>
        <p:spPr>
          <a:xfrm>
            <a:off x="6301575"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300" name="Google Shape;300;p23"/>
          <p:cNvSpPr txBox="1"/>
          <p:nvPr>
            <p:ph idx="38" type="title"/>
          </p:nvPr>
        </p:nvSpPr>
        <p:spPr>
          <a:xfrm>
            <a:off x="6301575"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301" name="Google Shape;301;p23"/>
          <p:cNvSpPr txBox="1"/>
          <p:nvPr>
            <p:ph idx="39" type="title"/>
          </p:nvPr>
        </p:nvSpPr>
        <p:spPr>
          <a:xfrm>
            <a:off x="6301575"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status">
  <p:cSld name="BLANK_1_1_1_1_1_1_1_2_2">
    <p:bg>
      <p:bgPr>
        <a:solidFill>
          <a:schemeClr val="dk2"/>
        </a:solidFill>
      </p:bgPr>
    </p:bg>
    <p:spTree>
      <p:nvGrpSpPr>
        <p:cNvPr id="302" name="Shape 302"/>
        <p:cNvGrpSpPr/>
        <p:nvPr/>
      </p:nvGrpSpPr>
      <p:grpSpPr>
        <a:xfrm>
          <a:off x="0" y="0"/>
          <a:ext cx="0" cy="0"/>
          <a:chOff x="0" y="0"/>
          <a:chExt cx="0" cy="0"/>
        </a:xfrm>
      </p:grpSpPr>
      <p:sp>
        <p:nvSpPr>
          <p:cNvPr id="303" name="Google Shape;303;p2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04" name="Google Shape;304;p24"/>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305" name="Google Shape;305;p24"/>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06" name="Google Shape;306;p24"/>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307" name="Google Shape;307;p24"/>
          <p:cNvSpPr txBox="1"/>
          <p:nvPr>
            <p:ph idx="2"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308" name="Google Shape;308;p2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09" name="Google Shape;309;p24"/>
          <p:cNvSpPr txBox="1"/>
          <p:nvPr>
            <p:ph idx="4" type="subTitle"/>
          </p:nvPr>
        </p:nvSpPr>
        <p:spPr>
          <a:xfrm>
            <a:off x="1303550" y="1309275"/>
            <a:ext cx="2607000" cy="417000"/>
          </a:xfrm>
          <a:prstGeom prst="rect">
            <a:avLst/>
          </a:prstGeom>
        </p:spPr>
        <p:txBody>
          <a:bodyPr anchorCtr="0" anchor="t" bIns="91425" lIns="0" spcFirstLastPara="1" rIns="457200" wrap="square" tIns="91425">
            <a:spAutoFit/>
          </a:bodyPr>
          <a:lstStyle>
            <a:lvl1pPr lvl="0">
              <a:spcBef>
                <a:spcPts val="0"/>
              </a:spcBef>
              <a:spcAft>
                <a:spcPts val="0"/>
              </a:spcAft>
              <a:buClr>
                <a:schemeClr val="accent3"/>
              </a:buClr>
              <a:buSzPts val="1500"/>
              <a:buNone/>
              <a:defRPr sz="1500">
                <a:solidFill>
                  <a:schemeClr val="accent3"/>
                </a:solidFill>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10" name="Google Shape;310;p24"/>
          <p:cNvSpPr txBox="1"/>
          <p:nvPr>
            <p:ph idx="5" type="subTitle"/>
          </p:nvPr>
        </p:nvSpPr>
        <p:spPr>
          <a:xfrm>
            <a:off x="5223450" y="1309275"/>
            <a:ext cx="2607000" cy="417000"/>
          </a:xfrm>
          <a:prstGeom prst="rect">
            <a:avLst/>
          </a:prstGeom>
        </p:spPr>
        <p:txBody>
          <a:bodyPr anchorCtr="0" anchor="t" bIns="91425" lIns="0" spcFirstLastPara="1" rIns="457200" wrap="square" tIns="91425">
            <a:spAutoFit/>
          </a:bodyPr>
          <a:lstStyle>
            <a:lvl1pPr lvl="0">
              <a:spcBef>
                <a:spcPts val="0"/>
              </a:spcBef>
              <a:spcAft>
                <a:spcPts val="0"/>
              </a:spcAft>
              <a:buClr>
                <a:schemeClr val="accent3"/>
              </a:buClr>
              <a:buSzPts val="1500"/>
              <a:buNone/>
              <a:defRPr sz="1500">
                <a:solidFill>
                  <a:schemeClr val="accent3"/>
                </a:solidFill>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11" name="Google Shape;311;p24"/>
          <p:cNvSpPr txBox="1"/>
          <p:nvPr>
            <p:ph idx="6" type="subTitle"/>
          </p:nvPr>
        </p:nvSpPr>
        <p:spPr>
          <a:xfrm>
            <a:off x="1285875" y="3355600"/>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12" name="Google Shape;312;p24"/>
          <p:cNvSpPr txBox="1"/>
          <p:nvPr>
            <p:ph idx="7"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313" name="Google Shape;313;p24"/>
          <p:cNvSpPr txBox="1"/>
          <p:nvPr>
            <p:ph idx="8" type="subTitle"/>
          </p:nvPr>
        </p:nvSpPr>
        <p:spPr>
          <a:xfrm>
            <a:off x="1285875" y="3690238"/>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14" name="Google Shape;314;p24"/>
          <p:cNvSpPr txBox="1"/>
          <p:nvPr>
            <p:ph idx="9" type="subTitle"/>
          </p:nvPr>
        </p:nvSpPr>
        <p:spPr>
          <a:xfrm>
            <a:off x="1285875" y="4029388"/>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15" name="Google Shape;315;p24"/>
          <p:cNvSpPr txBox="1"/>
          <p:nvPr>
            <p:ph idx="13" type="subTitle"/>
          </p:nvPr>
        </p:nvSpPr>
        <p:spPr>
          <a:xfrm>
            <a:off x="1285875" y="4368550"/>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16" name="Google Shape;316;p24"/>
          <p:cNvSpPr txBox="1"/>
          <p:nvPr>
            <p:ph idx="14" type="subTitle"/>
          </p:nvPr>
        </p:nvSpPr>
        <p:spPr>
          <a:xfrm>
            <a:off x="3415750" y="335357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17" name="Google Shape;317;p24"/>
          <p:cNvSpPr txBox="1"/>
          <p:nvPr>
            <p:ph idx="15" type="subTitle"/>
          </p:nvPr>
        </p:nvSpPr>
        <p:spPr>
          <a:xfrm>
            <a:off x="3415750" y="368821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18" name="Google Shape;318;p24"/>
          <p:cNvSpPr txBox="1"/>
          <p:nvPr>
            <p:ph idx="16" type="subTitle"/>
          </p:nvPr>
        </p:nvSpPr>
        <p:spPr>
          <a:xfrm>
            <a:off x="3415750" y="402736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19" name="Google Shape;319;p24"/>
          <p:cNvSpPr txBox="1"/>
          <p:nvPr>
            <p:ph idx="17" type="subTitle"/>
          </p:nvPr>
        </p:nvSpPr>
        <p:spPr>
          <a:xfrm>
            <a:off x="3415750" y="436652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20" name="Google Shape;320;p24"/>
          <p:cNvSpPr txBox="1"/>
          <p:nvPr>
            <p:ph idx="18" type="subTitle"/>
          </p:nvPr>
        </p:nvSpPr>
        <p:spPr>
          <a:xfrm>
            <a:off x="7383000" y="335357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21" name="Google Shape;321;p24"/>
          <p:cNvSpPr txBox="1"/>
          <p:nvPr>
            <p:ph idx="19" type="subTitle"/>
          </p:nvPr>
        </p:nvSpPr>
        <p:spPr>
          <a:xfrm>
            <a:off x="7383000" y="368821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22" name="Google Shape;322;p24"/>
          <p:cNvSpPr txBox="1"/>
          <p:nvPr>
            <p:ph idx="20" type="subTitle"/>
          </p:nvPr>
        </p:nvSpPr>
        <p:spPr>
          <a:xfrm>
            <a:off x="7383000" y="402736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23" name="Google Shape;323;p24"/>
          <p:cNvSpPr txBox="1"/>
          <p:nvPr>
            <p:ph idx="21" type="subTitle"/>
          </p:nvPr>
        </p:nvSpPr>
        <p:spPr>
          <a:xfrm>
            <a:off x="7383000" y="436652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24" name="Google Shape;324;p24"/>
          <p:cNvSpPr txBox="1"/>
          <p:nvPr>
            <p:ph idx="22" type="subTitle"/>
          </p:nvPr>
        </p:nvSpPr>
        <p:spPr>
          <a:xfrm>
            <a:off x="5223450" y="3353575"/>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25" name="Google Shape;325;p24"/>
          <p:cNvSpPr txBox="1"/>
          <p:nvPr>
            <p:ph idx="23" type="subTitle"/>
          </p:nvPr>
        </p:nvSpPr>
        <p:spPr>
          <a:xfrm>
            <a:off x="5223450" y="3688213"/>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26" name="Google Shape;326;p24"/>
          <p:cNvSpPr txBox="1"/>
          <p:nvPr>
            <p:ph idx="24" type="subTitle"/>
          </p:nvPr>
        </p:nvSpPr>
        <p:spPr>
          <a:xfrm>
            <a:off x="5223450" y="4027363"/>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27" name="Google Shape;327;p24"/>
          <p:cNvSpPr txBox="1"/>
          <p:nvPr>
            <p:ph idx="25" type="subTitle"/>
          </p:nvPr>
        </p:nvSpPr>
        <p:spPr>
          <a:xfrm>
            <a:off x="5223450" y="4366525"/>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28" name="Google Shape;328;p24"/>
          <p:cNvSpPr txBox="1"/>
          <p:nvPr>
            <p:ph idx="26" type="body"/>
          </p:nvPr>
        </p:nvSpPr>
        <p:spPr>
          <a:xfrm>
            <a:off x="1285875" y="1826513"/>
            <a:ext cx="3289800" cy="953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800"/>
              </a:spcBef>
              <a:spcAft>
                <a:spcPts val="0"/>
              </a:spcAft>
              <a:buClr>
                <a:schemeClr val="dk1"/>
              </a:buClr>
              <a:buSzPts val="1000"/>
              <a:buChar char="○"/>
              <a:defRPr sz="1000">
                <a:solidFill>
                  <a:schemeClr val="dk1"/>
                </a:solidFill>
              </a:defRPr>
            </a:lvl2pPr>
            <a:lvl3pPr indent="-292100" lvl="2" marL="1371600">
              <a:spcBef>
                <a:spcPts val="800"/>
              </a:spcBef>
              <a:spcAft>
                <a:spcPts val="0"/>
              </a:spcAft>
              <a:buClr>
                <a:schemeClr val="dk1"/>
              </a:buClr>
              <a:buSzPts val="1000"/>
              <a:buChar char="■"/>
              <a:defRPr sz="1000">
                <a:solidFill>
                  <a:schemeClr val="dk1"/>
                </a:solidFill>
              </a:defRPr>
            </a:lvl3pPr>
            <a:lvl4pPr indent="-292100" lvl="3" marL="1828800">
              <a:spcBef>
                <a:spcPts val="800"/>
              </a:spcBef>
              <a:spcAft>
                <a:spcPts val="0"/>
              </a:spcAft>
              <a:buClr>
                <a:schemeClr val="dk1"/>
              </a:buClr>
              <a:buSzPts val="1000"/>
              <a:buChar char="●"/>
              <a:defRPr sz="1000">
                <a:solidFill>
                  <a:schemeClr val="dk1"/>
                </a:solidFill>
              </a:defRPr>
            </a:lvl4pPr>
            <a:lvl5pPr indent="-292100" lvl="4" marL="2286000">
              <a:spcBef>
                <a:spcPts val="800"/>
              </a:spcBef>
              <a:spcAft>
                <a:spcPts val="0"/>
              </a:spcAft>
              <a:buClr>
                <a:schemeClr val="dk1"/>
              </a:buClr>
              <a:buSzPts val="1000"/>
              <a:buChar char="○"/>
              <a:defRPr sz="1000">
                <a:solidFill>
                  <a:schemeClr val="dk1"/>
                </a:solidFill>
              </a:defRPr>
            </a:lvl5pPr>
            <a:lvl6pPr indent="-292100" lvl="5" marL="2743200">
              <a:spcBef>
                <a:spcPts val="800"/>
              </a:spcBef>
              <a:spcAft>
                <a:spcPts val="0"/>
              </a:spcAft>
              <a:buClr>
                <a:schemeClr val="dk1"/>
              </a:buClr>
              <a:buSzPts val="1000"/>
              <a:buChar char="■"/>
              <a:defRPr sz="1000">
                <a:solidFill>
                  <a:schemeClr val="dk1"/>
                </a:solidFill>
              </a:defRPr>
            </a:lvl6pPr>
            <a:lvl7pPr indent="-292100" lvl="6" marL="3200400">
              <a:spcBef>
                <a:spcPts val="800"/>
              </a:spcBef>
              <a:spcAft>
                <a:spcPts val="0"/>
              </a:spcAft>
              <a:buClr>
                <a:schemeClr val="dk1"/>
              </a:buClr>
              <a:buSzPts val="1000"/>
              <a:buChar char="●"/>
              <a:defRPr sz="1000">
                <a:solidFill>
                  <a:schemeClr val="dk1"/>
                </a:solidFill>
              </a:defRPr>
            </a:lvl7pPr>
            <a:lvl8pPr indent="-292100" lvl="7" marL="3657600">
              <a:spcBef>
                <a:spcPts val="800"/>
              </a:spcBef>
              <a:spcAft>
                <a:spcPts val="0"/>
              </a:spcAft>
              <a:buClr>
                <a:schemeClr val="dk1"/>
              </a:buClr>
              <a:buSzPts val="1000"/>
              <a:buChar char="○"/>
              <a:defRPr sz="1000">
                <a:solidFill>
                  <a:schemeClr val="dk1"/>
                </a:solidFill>
              </a:defRPr>
            </a:lvl8pPr>
            <a:lvl9pPr indent="-292100" lvl="8" marL="4114800">
              <a:spcBef>
                <a:spcPts val="800"/>
              </a:spcBef>
              <a:spcAft>
                <a:spcPts val="800"/>
              </a:spcAft>
              <a:buClr>
                <a:schemeClr val="dk1"/>
              </a:buClr>
              <a:buSzPts val="1000"/>
              <a:buChar char="■"/>
              <a:defRPr sz="1000">
                <a:solidFill>
                  <a:schemeClr val="dk1"/>
                </a:solidFill>
              </a:defRPr>
            </a:lvl9pPr>
          </a:lstStyle>
          <a:p/>
        </p:txBody>
      </p:sp>
      <p:sp>
        <p:nvSpPr>
          <p:cNvPr id="329" name="Google Shape;329;p24"/>
          <p:cNvSpPr txBox="1"/>
          <p:nvPr>
            <p:ph idx="27" type="body"/>
          </p:nvPr>
        </p:nvSpPr>
        <p:spPr>
          <a:xfrm>
            <a:off x="5223450" y="1826513"/>
            <a:ext cx="3289800" cy="953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800"/>
              </a:spcBef>
              <a:spcAft>
                <a:spcPts val="0"/>
              </a:spcAft>
              <a:buClr>
                <a:schemeClr val="dk1"/>
              </a:buClr>
              <a:buSzPts val="1000"/>
              <a:buChar char="○"/>
              <a:defRPr sz="1000">
                <a:solidFill>
                  <a:schemeClr val="dk1"/>
                </a:solidFill>
              </a:defRPr>
            </a:lvl2pPr>
            <a:lvl3pPr indent="-292100" lvl="2" marL="1371600">
              <a:spcBef>
                <a:spcPts val="800"/>
              </a:spcBef>
              <a:spcAft>
                <a:spcPts val="0"/>
              </a:spcAft>
              <a:buClr>
                <a:schemeClr val="dk1"/>
              </a:buClr>
              <a:buSzPts val="1000"/>
              <a:buChar char="■"/>
              <a:defRPr sz="1000">
                <a:solidFill>
                  <a:schemeClr val="dk1"/>
                </a:solidFill>
              </a:defRPr>
            </a:lvl3pPr>
            <a:lvl4pPr indent="-292100" lvl="3" marL="1828800">
              <a:spcBef>
                <a:spcPts val="800"/>
              </a:spcBef>
              <a:spcAft>
                <a:spcPts val="0"/>
              </a:spcAft>
              <a:buClr>
                <a:schemeClr val="dk1"/>
              </a:buClr>
              <a:buSzPts val="1000"/>
              <a:buChar char="●"/>
              <a:defRPr sz="1000">
                <a:solidFill>
                  <a:schemeClr val="dk1"/>
                </a:solidFill>
              </a:defRPr>
            </a:lvl4pPr>
            <a:lvl5pPr indent="-292100" lvl="4" marL="2286000">
              <a:spcBef>
                <a:spcPts val="800"/>
              </a:spcBef>
              <a:spcAft>
                <a:spcPts val="0"/>
              </a:spcAft>
              <a:buClr>
                <a:schemeClr val="dk1"/>
              </a:buClr>
              <a:buSzPts val="1000"/>
              <a:buChar char="○"/>
              <a:defRPr sz="1000">
                <a:solidFill>
                  <a:schemeClr val="dk1"/>
                </a:solidFill>
              </a:defRPr>
            </a:lvl5pPr>
            <a:lvl6pPr indent="-292100" lvl="5" marL="2743200">
              <a:spcBef>
                <a:spcPts val="800"/>
              </a:spcBef>
              <a:spcAft>
                <a:spcPts val="0"/>
              </a:spcAft>
              <a:buClr>
                <a:schemeClr val="dk1"/>
              </a:buClr>
              <a:buSzPts val="1000"/>
              <a:buChar char="■"/>
              <a:defRPr sz="1000">
                <a:solidFill>
                  <a:schemeClr val="dk1"/>
                </a:solidFill>
              </a:defRPr>
            </a:lvl6pPr>
            <a:lvl7pPr indent="-292100" lvl="6" marL="3200400">
              <a:spcBef>
                <a:spcPts val="800"/>
              </a:spcBef>
              <a:spcAft>
                <a:spcPts val="0"/>
              </a:spcAft>
              <a:buClr>
                <a:schemeClr val="dk1"/>
              </a:buClr>
              <a:buSzPts val="1000"/>
              <a:buChar char="●"/>
              <a:defRPr sz="1000">
                <a:solidFill>
                  <a:schemeClr val="dk1"/>
                </a:solidFill>
              </a:defRPr>
            </a:lvl7pPr>
            <a:lvl8pPr indent="-292100" lvl="7" marL="3657600">
              <a:spcBef>
                <a:spcPts val="800"/>
              </a:spcBef>
              <a:spcAft>
                <a:spcPts val="0"/>
              </a:spcAft>
              <a:buClr>
                <a:schemeClr val="dk1"/>
              </a:buClr>
              <a:buSzPts val="1000"/>
              <a:buChar char="○"/>
              <a:defRPr sz="1000">
                <a:solidFill>
                  <a:schemeClr val="dk1"/>
                </a:solidFill>
              </a:defRPr>
            </a:lvl8pPr>
            <a:lvl9pPr indent="-292100" lvl="8" marL="4114800">
              <a:spcBef>
                <a:spcPts val="800"/>
              </a:spcBef>
              <a:spcAft>
                <a:spcPts val="800"/>
              </a:spcAft>
              <a:buClr>
                <a:schemeClr val="dk1"/>
              </a:buClr>
              <a:buSzPts val="1000"/>
              <a:buChar char="■"/>
              <a:defRPr sz="1000">
                <a:solidFill>
                  <a:schemeClr val="dk1"/>
                </a:solidFill>
              </a:defRPr>
            </a:lvl9pPr>
          </a:lstStyle>
          <a:p/>
        </p:txBody>
      </p:sp>
    </p:spTree>
  </p:cSld>
  <p:clrMapOvr>
    <a:masterClrMapping/>
  </p:clrMapOvr>
  <p:extLst>
    <p:ext uri="{DCECCB84-F9BA-43D5-87BE-67443E8EF086}">
      <p15:sldGuideLst>
        <p15:guide id="1" pos="821">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deadline">
  <p:cSld name="BLANK_1_1_1_1_1_1_1_2">
    <p:bg>
      <p:bgPr>
        <a:solidFill>
          <a:schemeClr val="lt2"/>
        </a:solidFill>
      </p:bgPr>
    </p:bg>
    <p:spTree>
      <p:nvGrpSpPr>
        <p:cNvPr id="330" name="Shape 330"/>
        <p:cNvGrpSpPr/>
        <p:nvPr/>
      </p:nvGrpSpPr>
      <p:grpSpPr>
        <a:xfrm>
          <a:off x="0" y="0"/>
          <a:ext cx="0" cy="0"/>
          <a:chOff x="0" y="0"/>
          <a:chExt cx="0" cy="0"/>
        </a:xfrm>
      </p:grpSpPr>
      <p:sp>
        <p:nvSpPr>
          <p:cNvPr id="331" name="Google Shape;331;p25"/>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32" name="Google Shape;332;p25"/>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cxnSp>
        <p:nvCxnSpPr>
          <p:cNvPr id="333" name="Google Shape;333;p2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34" name="Google Shape;334;p2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35" name="Google Shape;335;p25"/>
          <p:cNvSpPr txBox="1"/>
          <p:nvPr>
            <p:ph idx="2"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36" name="Google Shape;336;p25"/>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sp>
        <p:nvSpPr>
          <p:cNvPr id="337" name="Google Shape;337;p25"/>
          <p:cNvSpPr txBox="1"/>
          <p:nvPr>
            <p:ph idx="4" type="body"/>
          </p:nvPr>
        </p:nvSpPr>
        <p:spPr>
          <a:xfrm>
            <a:off x="1285875" y="1558900"/>
            <a:ext cx="2803800" cy="2499000"/>
          </a:xfrm>
          <a:prstGeom prst="rect">
            <a:avLst/>
          </a:prstGeom>
        </p:spPr>
        <p:txBody>
          <a:bodyPr anchorCtr="0" anchor="t" bIns="91425"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338" name="Google Shape;338;p25"/>
          <p:cNvSpPr txBox="1"/>
          <p:nvPr>
            <p:ph idx="5" type="subTitle"/>
          </p:nvPr>
        </p:nvSpPr>
        <p:spPr>
          <a:xfrm>
            <a:off x="5196350" y="1462025"/>
            <a:ext cx="2307600" cy="202500"/>
          </a:xfrm>
          <a:prstGeom prst="rect">
            <a:avLst/>
          </a:prstGeom>
        </p:spPr>
        <p:txBody>
          <a:bodyPr anchorCtr="0" anchor="t" bIns="0" lIns="0" spcFirstLastPara="1" rIns="0" wrap="square" tIns="0">
            <a:sp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800"/>
              </a:spcBef>
              <a:spcAft>
                <a:spcPts val="0"/>
              </a:spcAft>
              <a:buClr>
                <a:schemeClr val="accent1"/>
              </a:buClr>
              <a:buSzPts val="1200"/>
              <a:buNone/>
              <a:defRPr>
                <a:solidFill>
                  <a:schemeClr val="accent1"/>
                </a:solidFill>
              </a:defRPr>
            </a:lvl2pPr>
            <a:lvl3pPr lvl="2">
              <a:spcBef>
                <a:spcPts val="800"/>
              </a:spcBef>
              <a:spcAft>
                <a:spcPts val="0"/>
              </a:spcAft>
              <a:buClr>
                <a:schemeClr val="accent1"/>
              </a:buClr>
              <a:buSzPts val="1200"/>
              <a:buNone/>
              <a:defRPr>
                <a:solidFill>
                  <a:schemeClr val="accent1"/>
                </a:solidFill>
              </a:defRPr>
            </a:lvl3pPr>
            <a:lvl4pPr lvl="3">
              <a:spcBef>
                <a:spcPts val="800"/>
              </a:spcBef>
              <a:spcAft>
                <a:spcPts val="0"/>
              </a:spcAft>
              <a:buClr>
                <a:schemeClr val="accent1"/>
              </a:buClr>
              <a:buSzPts val="1200"/>
              <a:buNone/>
              <a:defRPr>
                <a:solidFill>
                  <a:schemeClr val="accent1"/>
                </a:solidFill>
              </a:defRPr>
            </a:lvl4pPr>
            <a:lvl5pPr lvl="4">
              <a:spcBef>
                <a:spcPts val="800"/>
              </a:spcBef>
              <a:spcAft>
                <a:spcPts val="0"/>
              </a:spcAft>
              <a:buClr>
                <a:schemeClr val="accent1"/>
              </a:buClr>
              <a:buSzPts val="1200"/>
              <a:buNone/>
              <a:defRPr>
                <a:solidFill>
                  <a:schemeClr val="accent1"/>
                </a:solidFill>
              </a:defRPr>
            </a:lvl5pPr>
            <a:lvl6pPr lvl="5">
              <a:spcBef>
                <a:spcPts val="800"/>
              </a:spcBef>
              <a:spcAft>
                <a:spcPts val="0"/>
              </a:spcAft>
              <a:buClr>
                <a:schemeClr val="accent1"/>
              </a:buClr>
              <a:buSzPts val="1200"/>
              <a:buNone/>
              <a:defRPr>
                <a:solidFill>
                  <a:schemeClr val="accent1"/>
                </a:solidFill>
              </a:defRPr>
            </a:lvl6pPr>
            <a:lvl7pPr lvl="6">
              <a:spcBef>
                <a:spcPts val="800"/>
              </a:spcBef>
              <a:spcAft>
                <a:spcPts val="0"/>
              </a:spcAft>
              <a:buClr>
                <a:schemeClr val="accent1"/>
              </a:buClr>
              <a:buSzPts val="1200"/>
              <a:buNone/>
              <a:defRPr>
                <a:solidFill>
                  <a:schemeClr val="accent1"/>
                </a:solidFill>
              </a:defRPr>
            </a:lvl7pPr>
            <a:lvl8pPr lvl="7">
              <a:spcBef>
                <a:spcPts val="800"/>
              </a:spcBef>
              <a:spcAft>
                <a:spcPts val="0"/>
              </a:spcAft>
              <a:buClr>
                <a:schemeClr val="accent1"/>
              </a:buClr>
              <a:buSzPts val="1200"/>
              <a:buNone/>
              <a:defRPr>
                <a:solidFill>
                  <a:schemeClr val="accent1"/>
                </a:solidFill>
              </a:defRPr>
            </a:lvl8pPr>
            <a:lvl9pPr lvl="8">
              <a:spcBef>
                <a:spcPts val="800"/>
              </a:spcBef>
              <a:spcAft>
                <a:spcPts val="800"/>
              </a:spcAft>
              <a:buClr>
                <a:schemeClr val="accent1"/>
              </a:buClr>
              <a:buSzPts val="1200"/>
              <a:buNone/>
              <a:defRPr>
                <a:solidFill>
                  <a:schemeClr val="accent1"/>
                </a:solidFill>
              </a:defRPr>
            </a:lvl9pPr>
          </a:lstStyle>
          <a:p/>
        </p:txBody>
      </p:sp>
      <p:sp>
        <p:nvSpPr>
          <p:cNvPr id="339" name="Google Shape;339;p25"/>
          <p:cNvSpPr txBox="1"/>
          <p:nvPr>
            <p:ph idx="6" type="subTitle"/>
          </p:nvPr>
        </p:nvSpPr>
        <p:spPr>
          <a:xfrm>
            <a:off x="5196350" y="19911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40" name="Google Shape;340;p25"/>
          <p:cNvSpPr txBox="1"/>
          <p:nvPr>
            <p:ph idx="7" type="subTitle"/>
          </p:nvPr>
        </p:nvSpPr>
        <p:spPr>
          <a:xfrm>
            <a:off x="5196350" y="27001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41" name="Google Shape;341;p25"/>
          <p:cNvSpPr txBox="1"/>
          <p:nvPr>
            <p:ph idx="8" type="subTitle"/>
          </p:nvPr>
        </p:nvSpPr>
        <p:spPr>
          <a:xfrm>
            <a:off x="5196350" y="352022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42" name="Google Shape;342;p25"/>
          <p:cNvSpPr txBox="1"/>
          <p:nvPr>
            <p:ph idx="9" type="subTitle"/>
          </p:nvPr>
        </p:nvSpPr>
        <p:spPr>
          <a:xfrm>
            <a:off x="5196350" y="42640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43" name="Google Shape;343;p25"/>
          <p:cNvSpPr txBox="1"/>
          <p:nvPr>
            <p:ph idx="13" type="body"/>
          </p:nvPr>
        </p:nvSpPr>
        <p:spPr>
          <a:xfrm>
            <a:off x="6165050" y="18458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44" name="Google Shape;344;p25"/>
          <p:cNvSpPr txBox="1"/>
          <p:nvPr>
            <p:ph idx="14" type="body"/>
          </p:nvPr>
        </p:nvSpPr>
        <p:spPr>
          <a:xfrm>
            <a:off x="6165050" y="26310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45" name="Google Shape;345;p25"/>
          <p:cNvSpPr txBox="1"/>
          <p:nvPr>
            <p:ph idx="15" type="body"/>
          </p:nvPr>
        </p:nvSpPr>
        <p:spPr>
          <a:xfrm>
            <a:off x="6165050" y="337487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46" name="Google Shape;346;p25"/>
          <p:cNvSpPr txBox="1"/>
          <p:nvPr>
            <p:ph idx="16" type="body"/>
          </p:nvPr>
        </p:nvSpPr>
        <p:spPr>
          <a:xfrm>
            <a:off x="6165050" y="41187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47" name="Google Shape;347;p25"/>
          <p:cNvSpPr txBox="1"/>
          <p:nvPr>
            <p:ph idx="17" type="subTitle"/>
          </p:nvPr>
        </p:nvSpPr>
        <p:spPr>
          <a:xfrm>
            <a:off x="1356350" y="4384150"/>
            <a:ext cx="2413200" cy="202500"/>
          </a:xfrm>
          <a:prstGeom prst="rect">
            <a:avLst/>
          </a:prstGeom>
        </p:spPr>
        <p:txBody>
          <a:bodyPr anchorCtr="0" anchor="t" bIns="91425" lIns="0" spcFirstLastPara="1" rIns="91425" wrap="square" tIns="0">
            <a:spAutoFit/>
          </a:bodyPr>
          <a:lstStyle>
            <a:lvl1pPr lvl="0">
              <a:spcBef>
                <a:spcPts val="0"/>
              </a:spcBef>
              <a:spcAft>
                <a:spcPts val="0"/>
              </a:spcAft>
              <a:buClr>
                <a:schemeClr val="accent1"/>
              </a:buClr>
              <a:buSzPts val="1000"/>
              <a:buFont typeface="Inter Medium"/>
              <a:buNone/>
              <a:defRPr i="1" sz="10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348" name="Google Shape;348;p25"/>
          <p:cNvSpPr txBox="1"/>
          <p:nvPr>
            <p:ph idx="18" type="subTitle"/>
          </p:nvPr>
        </p:nvSpPr>
        <p:spPr>
          <a:xfrm>
            <a:off x="1042428" y="338324"/>
            <a:ext cx="5186400" cy="329100"/>
          </a:xfrm>
          <a:prstGeom prst="rect">
            <a:avLst/>
          </a:prstGeom>
        </p:spPr>
        <p:txBody>
          <a:bodyPr anchorCtr="0" anchor="ctr" bIns="0" lIns="274300" spcFirstLastPara="1" rIns="91425" wrap="square" tIns="91425">
            <a:noAutofit/>
          </a:bodyPr>
          <a:lstStyle>
            <a:lvl1pPr lvl="0">
              <a:lnSpc>
                <a:spcPct val="100000"/>
              </a:lnSpc>
              <a:spcBef>
                <a:spcPts val="0"/>
              </a:spcBef>
              <a:spcAft>
                <a:spcPts val="0"/>
              </a:spcAft>
              <a:buClr>
                <a:schemeClr val="accent1"/>
              </a:buClr>
              <a:buSzPts val="1000"/>
              <a:buFont typeface="Inter Medium"/>
              <a:buNone/>
              <a:defRPr sz="1000">
                <a:solidFill>
                  <a:schemeClr val="accent1"/>
                </a:solidFill>
                <a:latin typeface="Inter Medium"/>
                <a:ea typeface="Inter Medium"/>
                <a:cs typeface="Inter Medium"/>
                <a:sym typeface="Inter Medium"/>
              </a:defRPr>
            </a:lvl1pPr>
            <a:lvl2pPr lvl="1">
              <a:lnSpc>
                <a:spcPct val="100000"/>
              </a:lnSpc>
              <a:spcBef>
                <a:spcPts val="800"/>
              </a:spcBef>
              <a:spcAft>
                <a:spcPts val="0"/>
              </a:spcAft>
              <a:buSzPts val="1000"/>
              <a:buNone/>
              <a:defRPr sz="1000"/>
            </a:lvl2pPr>
            <a:lvl3pPr lvl="2">
              <a:lnSpc>
                <a:spcPct val="100000"/>
              </a:lnSpc>
              <a:spcBef>
                <a:spcPts val="800"/>
              </a:spcBef>
              <a:spcAft>
                <a:spcPts val="0"/>
              </a:spcAft>
              <a:buSzPts val="1000"/>
              <a:buNone/>
              <a:defRPr sz="1000"/>
            </a:lvl3pPr>
            <a:lvl4pPr lvl="3">
              <a:lnSpc>
                <a:spcPct val="100000"/>
              </a:lnSpc>
              <a:spcBef>
                <a:spcPts val="800"/>
              </a:spcBef>
              <a:spcAft>
                <a:spcPts val="0"/>
              </a:spcAft>
              <a:buSzPts val="1000"/>
              <a:buNone/>
              <a:defRPr sz="1000"/>
            </a:lvl4pPr>
            <a:lvl5pPr lvl="4">
              <a:lnSpc>
                <a:spcPct val="100000"/>
              </a:lnSpc>
              <a:spcBef>
                <a:spcPts val="800"/>
              </a:spcBef>
              <a:spcAft>
                <a:spcPts val="0"/>
              </a:spcAft>
              <a:buSzPts val="1000"/>
              <a:buNone/>
              <a:defRPr sz="1000"/>
            </a:lvl5pPr>
            <a:lvl6pPr lvl="5">
              <a:lnSpc>
                <a:spcPct val="100000"/>
              </a:lnSpc>
              <a:spcBef>
                <a:spcPts val="800"/>
              </a:spcBef>
              <a:spcAft>
                <a:spcPts val="0"/>
              </a:spcAft>
              <a:buSzPts val="1000"/>
              <a:buNone/>
              <a:defRPr sz="1000"/>
            </a:lvl6pPr>
            <a:lvl7pPr lvl="6">
              <a:lnSpc>
                <a:spcPct val="100000"/>
              </a:lnSpc>
              <a:spcBef>
                <a:spcPts val="800"/>
              </a:spcBef>
              <a:spcAft>
                <a:spcPts val="0"/>
              </a:spcAft>
              <a:buSzPts val="1000"/>
              <a:buNone/>
              <a:defRPr sz="1000"/>
            </a:lvl7pPr>
            <a:lvl8pPr lvl="7">
              <a:lnSpc>
                <a:spcPct val="100000"/>
              </a:lnSpc>
              <a:spcBef>
                <a:spcPts val="800"/>
              </a:spcBef>
              <a:spcAft>
                <a:spcPts val="0"/>
              </a:spcAft>
              <a:buSzPts val="1000"/>
              <a:buNone/>
              <a:defRPr sz="1000"/>
            </a:lvl8pPr>
            <a:lvl9pPr lvl="8">
              <a:lnSpc>
                <a:spcPct val="100000"/>
              </a:lnSpc>
              <a:spcBef>
                <a:spcPts val="800"/>
              </a:spcBef>
              <a:spcAft>
                <a:spcPts val="800"/>
              </a:spcAft>
              <a:buSzPts val="1000"/>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p:cSld name="BLANK_1_1_1_1_1_1_1_2_3">
    <p:bg>
      <p:bgPr>
        <a:solidFill>
          <a:schemeClr val="lt2"/>
        </a:solidFill>
      </p:bgPr>
    </p:bg>
    <p:spTree>
      <p:nvGrpSpPr>
        <p:cNvPr id="349" name="Shape 349"/>
        <p:cNvGrpSpPr/>
        <p:nvPr/>
      </p:nvGrpSpPr>
      <p:grpSpPr>
        <a:xfrm>
          <a:off x="0" y="0"/>
          <a:ext cx="0" cy="0"/>
          <a:chOff x="0" y="0"/>
          <a:chExt cx="0" cy="0"/>
        </a:xfrm>
      </p:grpSpPr>
      <p:grpSp>
        <p:nvGrpSpPr>
          <p:cNvPr id="350" name="Google Shape;350;p26"/>
          <p:cNvGrpSpPr/>
          <p:nvPr/>
        </p:nvGrpSpPr>
        <p:grpSpPr>
          <a:xfrm rot="5400000">
            <a:off x="596727" y="776873"/>
            <a:ext cx="369896" cy="333900"/>
            <a:chOff x="96076" y="654376"/>
            <a:chExt cx="369896" cy="333900"/>
          </a:xfrm>
        </p:grpSpPr>
        <p:cxnSp>
          <p:nvCxnSpPr>
            <p:cNvPr id="351" name="Google Shape;351;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352" name="Google Shape;352;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353" name="Google Shape;353;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354" name="Google Shape;354;p26"/>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355" name="Google Shape;355;p2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56" name="Google Shape;356;p26"/>
          <p:cNvCxnSpPr/>
          <p:nvPr/>
        </p:nvCxnSpPr>
        <p:spPr>
          <a:xfrm>
            <a:off x="1045950" y="334900"/>
            <a:ext cx="8098500" cy="0"/>
          </a:xfrm>
          <a:prstGeom prst="straightConnector1">
            <a:avLst/>
          </a:prstGeom>
          <a:noFill/>
          <a:ln cap="flat" cmpd="sng" w="9525">
            <a:solidFill>
              <a:schemeClr val="lt1"/>
            </a:solidFill>
            <a:prstDash val="solid"/>
            <a:round/>
            <a:headEnd len="sm" w="sm" type="none"/>
            <a:tailEnd len="sm" w="sm" type="none"/>
          </a:ln>
        </p:spPr>
      </p:cxnSp>
      <p:cxnSp>
        <p:nvCxnSpPr>
          <p:cNvPr id="357" name="Google Shape;357;p2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58" name="Google Shape;358;p2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59" name="Google Shape;359;p26"/>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cxnSp>
        <p:nvCxnSpPr>
          <p:cNvPr id="360" name="Google Shape;360;p2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361" name="Google Shape;361;p26"/>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bg>
      <p:bgPr>
        <a:solidFill>
          <a:schemeClr val="lt2"/>
        </a:solidFill>
      </p:bgPr>
    </p:bg>
    <p:spTree>
      <p:nvGrpSpPr>
        <p:cNvPr id="362" name="Shape 362"/>
        <p:cNvGrpSpPr/>
        <p:nvPr/>
      </p:nvGrpSpPr>
      <p:grpSpPr>
        <a:xfrm>
          <a:off x="0" y="0"/>
          <a:ext cx="0" cy="0"/>
          <a:chOff x="0" y="0"/>
          <a:chExt cx="0" cy="0"/>
        </a:xfrm>
      </p:grpSpPr>
      <p:sp>
        <p:nvSpPr>
          <p:cNvPr id="363" name="Google Shape;363;p27"/>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364" name="Google Shape;364;p27"/>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65" name="Google Shape;365;p27"/>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66" name="Google Shape;366;p27"/>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67" name="Google Shape;367;p2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68" name="Google Shape;368;p2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69" name="Google Shape;369;p27"/>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3200"/>
              <a:buFont typeface="Gowun Batang"/>
              <a:buNone/>
              <a:defRPr/>
            </a:lvl1pPr>
            <a:lvl2pPr lvl="1">
              <a:spcBef>
                <a:spcPts val="0"/>
              </a:spcBef>
              <a:spcAft>
                <a:spcPts val="0"/>
              </a:spcAft>
              <a:buClr>
                <a:schemeClr val="lt1"/>
              </a:buClr>
              <a:buSzPts val="3200"/>
              <a:buFont typeface="Gowun Batang"/>
              <a:buNone/>
              <a:defRPr/>
            </a:lvl2pPr>
            <a:lvl3pPr lvl="2">
              <a:spcBef>
                <a:spcPts val="0"/>
              </a:spcBef>
              <a:spcAft>
                <a:spcPts val="0"/>
              </a:spcAft>
              <a:buClr>
                <a:schemeClr val="lt1"/>
              </a:buClr>
              <a:buSzPts val="3200"/>
              <a:buFont typeface="Gowun Batang"/>
              <a:buNone/>
              <a:defRPr/>
            </a:lvl3pPr>
            <a:lvl4pPr lvl="3">
              <a:spcBef>
                <a:spcPts val="0"/>
              </a:spcBef>
              <a:spcAft>
                <a:spcPts val="0"/>
              </a:spcAft>
              <a:buClr>
                <a:schemeClr val="lt1"/>
              </a:buClr>
              <a:buSzPts val="3200"/>
              <a:buFont typeface="Gowun Batang"/>
              <a:buNone/>
              <a:defRPr/>
            </a:lvl4pPr>
            <a:lvl5pPr lvl="4">
              <a:spcBef>
                <a:spcPts val="0"/>
              </a:spcBef>
              <a:spcAft>
                <a:spcPts val="0"/>
              </a:spcAft>
              <a:buClr>
                <a:schemeClr val="lt1"/>
              </a:buClr>
              <a:buSzPts val="3200"/>
              <a:buFont typeface="Gowun Batang"/>
              <a:buNone/>
              <a:defRPr/>
            </a:lvl5pPr>
            <a:lvl6pPr lvl="5">
              <a:spcBef>
                <a:spcPts val="0"/>
              </a:spcBef>
              <a:spcAft>
                <a:spcPts val="0"/>
              </a:spcAft>
              <a:buClr>
                <a:schemeClr val="lt1"/>
              </a:buClr>
              <a:buSzPts val="3200"/>
              <a:buFont typeface="Gowun Batang"/>
              <a:buNone/>
              <a:defRPr/>
            </a:lvl6pPr>
            <a:lvl7pPr lvl="6">
              <a:spcBef>
                <a:spcPts val="0"/>
              </a:spcBef>
              <a:spcAft>
                <a:spcPts val="0"/>
              </a:spcAft>
              <a:buClr>
                <a:schemeClr val="lt1"/>
              </a:buClr>
              <a:buSzPts val="3200"/>
              <a:buFont typeface="Gowun Batang"/>
              <a:buNone/>
              <a:defRPr/>
            </a:lvl7pPr>
            <a:lvl8pPr lvl="7">
              <a:spcBef>
                <a:spcPts val="0"/>
              </a:spcBef>
              <a:spcAft>
                <a:spcPts val="0"/>
              </a:spcAft>
              <a:buClr>
                <a:schemeClr val="lt1"/>
              </a:buClr>
              <a:buSzPts val="3200"/>
              <a:buFont typeface="Gowun Batang"/>
              <a:buNone/>
              <a:defRPr/>
            </a:lvl8pPr>
            <a:lvl9pPr lvl="8">
              <a:spcBef>
                <a:spcPts val="0"/>
              </a:spcBef>
              <a:spcAft>
                <a:spcPts val="0"/>
              </a:spcAft>
              <a:buClr>
                <a:schemeClr val="lt1"/>
              </a:buClr>
              <a:buSzPts val="3200"/>
              <a:buFont typeface="Gowun Batang"/>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ALT 2">
  <p:cSld name="BLANK_1_2">
    <p:bg>
      <p:bgPr>
        <a:solidFill>
          <a:schemeClr val="dk2"/>
        </a:solidFill>
      </p:bgPr>
    </p:bg>
    <p:spTree>
      <p:nvGrpSpPr>
        <p:cNvPr id="370" name="Shape 370"/>
        <p:cNvGrpSpPr/>
        <p:nvPr/>
      </p:nvGrpSpPr>
      <p:grpSpPr>
        <a:xfrm>
          <a:off x="0" y="0"/>
          <a:ext cx="0" cy="0"/>
          <a:chOff x="0" y="0"/>
          <a:chExt cx="0" cy="0"/>
        </a:xfrm>
      </p:grpSpPr>
      <p:sp>
        <p:nvSpPr>
          <p:cNvPr id="371" name="Google Shape;371;p28"/>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72" name="Google Shape;372;p28"/>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373" name="Google Shape;373;p28"/>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74" name="Google Shape;374;p28"/>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375" name="Google Shape;375;p28"/>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376" name="Google Shape;376;p28"/>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377" name="Google Shape;377;p28"/>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78" name="Google Shape;378;p28"/>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79" name="Google Shape;379;p28"/>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Comment">
  <p:cSld name="BLANK_1_1_1_1_1_1_1_1_2">
    <p:bg>
      <p:bgPr>
        <a:solidFill>
          <a:schemeClr val="lt2"/>
        </a:solidFill>
      </p:bgPr>
    </p:bg>
    <p:spTree>
      <p:nvGrpSpPr>
        <p:cNvPr id="380" name="Shape 380"/>
        <p:cNvGrpSpPr/>
        <p:nvPr/>
      </p:nvGrpSpPr>
      <p:grpSpPr>
        <a:xfrm>
          <a:off x="0" y="0"/>
          <a:ext cx="0" cy="0"/>
          <a:chOff x="0" y="0"/>
          <a:chExt cx="0" cy="0"/>
        </a:xfrm>
      </p:grpSpPr>
      <p:sp>
        <p:nvSpPr>
          <p:cNvPr id="381" name="Google Shape;381;p29"/>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382" name="Google Shape;382;p29"/>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83" name="Google Shape;383;p29"/>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84" name="Google Shape;384;p29"/>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85" name="Google Shape;385;p2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86" name="Google Shape;386;p2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387" name="Google Shape;387;p29"/>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88" name="Google Shape;388;p2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89" name="Google Shape;389;p29"/>
          <p:cNvSpPr txBox="1"/>
          <p:nvPr>
            <p:ph type="title"/>
          </p:nvPr>
        </p:nvSpPr>
        <p:spPr>
          <a:xfrm>
            <a:off x="6773750" y="841725"/>
            <a:ext cx="1848900" cy="364800"/>
          </a:xfrm>
          <a:prstGeom prst="rect">
            <a:avLst/>
          </a:prstGeom>
        </p:spPr>
        <p:txBody>
          <a:bodyPr anchorCtr="0" anchor="ctr" bIns="0" lIns="182875"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390" name="Google Shape;390;p29"/>
          <p:cNvSpPr txBox="1"/>
          <p:nvPr>
            <p:ph idx="4" type="subTitle"/>
          </p:nvPr>
        </p:nvSpPr>
        <p:spPr>
          <a:xfrm>
            <a:off x="6773750" y="1252675"/>
            <a:ext cx="1848900" cy="335100"/>
          </a:xfrm>
          <a:prstGeom prst="rect">
            <a:avLst/>
          </a:prstGeom>
        </p:spPr>
        <p:txBody>
          <a:bodyPr anchorCtr="0" anchor="t" bIns="0" lIns="182875" spcFirstLastPara="1" rIns="91425"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391" name="Google Shape;391;p29"/>
          <p:cNvSpPr txBox="1"/>
          <p:nvPr>
            <p:ph idx="5" type="body"/>
          </p:nvPr>
        </p:nvSpPr>
        <p:spPr>
          <a:xfrm>
            <a:off x="6773750" y="1633925"/>
            <a:ext cx="1848900" cy="32109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392" name="Google Shape;392;p29"/>
          <p:cNvSpPr txBox="1"/>
          <p:nvPr>
            <p:ph idx="6"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Growth">
  <p:cSld name="CUSTOM_4">
    <p:bg>
      <p:bgPr>
        <a:solidFill>
          <a:schemeClr val="lt2"/>
        </a:solidFill>
      </p:bgPr>
    </p:bg>
    <p:spTree>
      <p:nvGrpSpPr>
        <p:cNvPr id="393" name="Shape 393"/>
        <p:cNvGrpSpPr/>
        <p:nvPr/>
      </p:nvGrpSpPr>
      <p:grpSpPr>
        <a:xfrm>
          <a:off x="0" y="0"/>
          <a:ext cx="0" cy="0"/>
          <a:chOff x="0" y="0"/>
          <a:chExt cx="0" cy="0"/>
        </a:xfrm>
      </p:grpSpPr>
      <p:sp>
        <p:nvSpPr>
          <p:cNvPr id="394" name="Google Shape;394;p30"/>
          <p:cNvSpPr txBox="1"/>
          <p:nvPr>
            <p:ph idx="1" type="body"/>
          </p:nvPr>
        </p:nvSpPr>
        <p:spPr>
          <a:xfrm>
            <a:off x="6270725" y="3025600"/>
            <a:ext cx="2874600" cy="14247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
        <p:nvSpPr>
          <p:cNvPr id="395" name="Google Shape;395;p30"/>
          <p:cNvSpPr txBox="1"/>
          <p:nvPr>
            <p:ph idx="2" type="body"/>
          </p:nvPr>
        </p:nvSpPr>
        <p:spPr>
          <a:xfrm>
            <a:off x="3403050" y="2668875"/>
            <a:ext cx="2868000" cy="17814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800"/>
              </a:spcBef>
              <a:spcAft>
                <a:spcPts val="0"/>
              </a:spcAft>
              <a:buSzPts val="1000"/>
              <a:buFont typeface="Inter"/>
              <a:buChar char="○"/>
              <a:defRPr sz="1000"/>
            </a:lvl2pPr>
            <a:lvl3pPr indent="-292100" lvl="2" marL="1371600">
              <a:spcBef>
                <a:spcPts val="800"/>
              </a:spcBef>
              <a:spcAft>
                <a:spcPts val="0"/>
              </a:spcAft>
              <a:buSzPts val="1000"/>
              <a:buFont typeface="Inter"/>
              <a:buChar char="■"/>
              <a:defRPr sz="1000"/>
            </a:lvl3pPr>
            <a:lvl4pPr indent="-292100" lvl="3" marL="1828800">
              <a:spcBef>
                <a:spcPts val="800"/>
              </a:spcBef>
              <a:spcAft>
                <a:spcPts val="0"/>
              </a:spcAft>
              <a:buSzPts val="1000"/>
              <a:buFont typeface="Inter"/>
              <a:buChar char="●"/>
              <a:defRPr sz="1000"/>
            </a:lvl4pPr>
            <a:lvl5pPr indent="-292100" lvl="4" marL="2286000">
              <a:spcBef>
                <a:spcPts val="800"/>
              </a:spcBef>
              <a:spcAft>
                <a:spcPts val="0"/>
              </a:spcAft>
              <a:buSzPts val="1000"/>
              <a:buFont typeface="Inter"/>
              <a:buChar char="○"/>
              <a:defRPr sz="1000"/>
            </a:lvl5pPr>
            <a:lvl6pPr indent="-292100" lvl="5" marL="2743200">
              <a:spcBef>
                <a:spcPts val="800"/>
              </a:spcBef>
              <a:spcAft>
                <a:spcPts val="0"/>
              </a:spcAft>
              <a:buSzPts val="1000"/>
              <a:buFont typeface="Inter"/>
              <a:buChar char="■"/>
              <a:defRPr sz="1000"/>
            </a:lvl6pPr>
            <a:lvl7pPr indent="-292100" lvl="6" marL="3200400">
              <a:spcBef>
                <a:spcPts val="800"/>
              </a:spcBef>
              <a:spcAft>
                <a:spcPts val="0"/>
              </a:spcAft>
              <a:buSzPts val="1000"/>
              <a:buFont typeface="Inter"/>
              <a:buChar char="●"/>
              <a:defRPr sz="1000"/>
            </a:lvl7pPr>
            <a:lvl8pPr indent="-292100" lvl="7" marL="3657600">
              <a:spcBef>
                <a:spcPts val="800"/>
              </a:spcBef>
              <a:spcAft>
                <a:spcPts val="0"/>
              </a:spcAft>
              <a:buSzPts val="1000"/>
              <a:buFont typeface="Inter"/>
              <a:buChar char="○"/>
              <a:defRPr sz="1000"/>
            </a:lvl8pPr>
            <a:lvl9pPr indent="-292100" lvl="8" marL="4114800">
              <a:spcBef>
                <a:spcPts val="800"/>
              </a:spcBef>
              <a:spcAft>
                <a:spcPts val="800"/>
              </a:spcAft>
              <a:buSzPts val="1000"/>
              <a:buFont typeface="Inter"/>
              <a:buChar char="■"/>
              <a:defRPr sz="1000"/>
            </a:lvl9pPr>
          </a:lstStyle>
          <a:p/>
        </p:txBody>
      </p:sp>
      <p:sp>
        <p:nvSpPr>
          <p:cNvPr id="396" name="Google Shape;396;p30"/>
          <p:cNvSpPr txBox="1"/>
          <p:nvPr>
            <p:ph idx="3" type="body"/>
          </p:nvPr>
        </p:nvSpPr>
        <p:spPr>
          <a:xfrm>
            <a:off x="521250" y="3426700"/>
            <a:ext cx="2880300" cy="10236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SzPts val="1000"/>
              <a:buFont typeface="Inter"/>
              <a:buChar char="■"/>
              <a:defRPr sz="1000">
                <a:solidFill>
                  <a:schemeClr val="lt2"/>
                </a:solidFill>
              </a:defRPr>
            </a:lvl9pPr>
          </a:lstStyle>
          <a:p/>
        </p:txBody>
      </p:sp>
      <p:sp>
        <p:nvSpPr>
          <p:cNvPr id="397" name="Google Shape;397;p30"/>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398" name="Google Shape;398;p30"/>
          <p:cNvCxnSpPr/>
          <p:nvPr/>
        </p:nvCxnSpPr>
        <p:spPr>
          <a:xfrm>
            <a:off x="3401654" y="841987"/>
            <a:ext cx="0" cy="4301700"/>
          </a:xfrm>
          <a:prstGeom prst="straightConnector1">
            <a:avLst/>
          </a:prstGeom>
          <a:noFill/>
          <a:ln cap="flat" cmpd="sng" w="9525">
            <a:solidFill>
              <a:schemeClr val="lt1"/>
            </a:solidFill>
            <a:prstDash val="solid"/>
            <a:round/>
            <a:headEnd len="sm" w="sm" type="none"/>
            <a:tailEnd len="sm" w="sm" type="none"/>
          </a:ln>
        </p:spPr>
      </p:cxnSp>
      <p:cxnSp>
        <p:nvCxnSpPr>
          <p:cNvPr id="399" name="Google Shape;399;p30"/>
          <p:cNvCxnSpPr/>
          <p:nvPr/>
        </p:nvCxnSpPr>
        <p:spPr>
          <a:xfrm>
            <a:off x="6271043" y="841987"/>
            <a:ext cx="0" cy="4301700"/>
          </a:xfrm>
          <a:prstGeom prst="straightConnector1">
            <a:avLst/>
          </a:prstGeom>
          <a:noFill/>
          <a:ln cap="flat" cmpd="sng" w="9525">
            <a:solidFill>
              <a:schemeClr val="lt1"/>
            </a:solidFill>
            <a:prstDash val="solid"/>
            <a:round/>
            <a:headEnd len="sm" w="sm" type="none"/>
            <a:tailEnd len="sm" w="sm" type="none"/>
          </a:ln>
        </p:spPr>
      </p:cxnSp>
      <p:sp>
        <p:nvSpPr>
          <p:cNvPr id="400" name="Google Shape;400;p30"/>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01" name="Google Shape;401;p30"/>
          <p:cNvSpPr txBox="1"/>
          <p:nvPr>
            <p:ph idx="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402" name="Google Shape;402;p30"/>
          <p:cNvSpPr txBox="1"/>
          <p:nvPr>
            <p:ph idx="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403" name="Google Shape;403;p3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404" name="Google Shape;404;p3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05" name="Google Shape;405;p3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06" name="Google Shape;406;p3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07" name="Google Shape;407;p3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408" name="Google Shape;408;p30"/>
          <p:cNvSpPr txBox="1"/>
          <p:nvPr>
            <p:ph idx="7" type="title"/>
          </p:nvPr>
        </p:nvSpPr>
        <p:spPr>
          <a:xfrm>
            <a:off x="521250" y="2093850"/>
            <a:ext cx="2878500" cy="1332300"/>
          </a:xfrm>
          <a:prstGeom prst="rect">
            <a:avLst/>
          </a:prstGeom>
        </p:spPr>
        <p:txBody>
          <a:bodyPr anchorCtr="0" anchor="b" bIns="274300" lIns="9142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409" name="Google Shape;409;p30"/>
          <p:cNvSpPr txBox="1"/>
          <p:nvPr>
            <p:ph idx="8" type="subTitle"/>
          </p:nvPr>
        </p:nvSpPr>
        <p:spPr>
          <a:xfrm>
            <a:off x="521250" y="2976675"/>
            <a:ext cx="2880300" cy="4500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410" name="Google Shape;410;p30"/>
          <p:cNvSpPr txBox="1"/>
          <p:nvPr>
            <p:ph idx="9" type="title"/>
          </p:nvPr>
        </p:nvSpPr>
        <p:spPr>
          <a:xfrm>
            <a:off x="3400925" y="1336050"/>
            <a:ext cx="2868000" cy="1332300"/>
          </a:xfrm>
          <a:prstGeom prst="rect">
            <a:avLst/>
          </a:prstGeom>
        </p:spPr>
        <p:txBody>
          <a:bodyPr anchorCtr="0" anchor="b" bIns="274300" lIns="9142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411" name="Google Shape;411;p30"/>
          <p:cNvSpPr txBox="1"/>
          <p:nvPr>
            <p:ph idx="13" type="subTitle"/>
          </p:nvPr>
        </p:nvSpPr>
        <p:spPr>
          <a:xfrm>
            <a:off x="3400925" y="2218875"/>
            <a:ext cx="2869800" cy="4500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412" name="Google Shape;412;p30"/>
          <p:cNvSpPr txBox="1"/>
          <p:nvPr>
            <p:ph idx="14" type="title"/>
          </p:nvPr>
        </p:nvSpPr>
        <p:spPr>
          <a:xfrm>
            <a:off x="6271375" y="1172250"/>
            <a:ext cx="2872800" cy="1281900"/>
          </a:xfrm>
          <a:prstGeom prst="rect">
            <a:avLst/>
          </a:prstGeom>
        </p:spPr>
        <p:txBody>
          <a:bodyPr anchorCtr="0" anchor="b" bIns="274300" lIns="18287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413" name="Google Shape;413;p30"/>
          <p:cNvSpPr txBox="1"/>
          <p:nvPr>
            <p:ph idx="15" type="subTitle"/>
          </p:nvPr>
        </p:nvSpPr>
        <p:spPr>
          <a:xfrm>
            <a:off x="6271375" y="2021749"/>
            <a:ext cx="2874600" cy="4329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414" name="Google Shape;414;p30"/>
          <p:cNvSpPr txBox="1"/>
          <p:nvPr>
            <p:ph idx="16" type="subTitle"/>
          </p:nvPr>
        </p:nvSpPr>
        <p:spPr>
          <a:xfrm>
            <a:off x="6271125" y="2455800"/>
            <a:ext cx="2874600" cy="332400"/>
          </a:xfrm>
          <a:prstGeom prst="rect">
            <a:avLst/>
          </a:prstGeom>
        </p:spPr>
        <p:txBody>
          <a:bodyPr anchorCtr="0" anchor="b" bIns="0" lIns="182875" spcFirstLastPara="1" rIns="91425" wrap="square" tIns="0">
            <a:noAutofit/>
          </a:bodyPr>
          <a:lstStyle>
            <a:lvl1pPr lvl="0">
              <a:spcBef>
                <a:spcPts val="0"/>
              </a:spcBef>
              <a:spcAft>
                <a:spcPts val="0"/>
              </a:spcAft>
              <a:buSzPts val="1200"/>
              <a:buFont typeface="Inter SemiBold"/>
              <a:buNone/>
              <a:defRPr>
                <a:latin typeface="Inter SemiBold"/>
                <a:ea typeface="Inter SemiBold"/>
                <a:cs typeface="Inter SemiBold"/>
                <a:sym typeface="Inter SemiBold"/>
              </a:defRPr>
            </a:lvl1pPr>
            <a:lvl2pPr lvl="1">
              <a:spcBef>
                <a:spcPts val="0"/>
              </a:spcBef>
              <a:spcAft>
                <a:spcPts val="0"/>
              </a:spcAft>
              <a:buSzPts val="1200"/>
              <a:buFont typeface="Inter SemiBold"/>
              <a:buNone/>
              <a:defRPr>
                <a:latin typeface="Inter SemiBold"/>
                <a:ea typeface="Inter SemiBold"/>
                <a:cs typeface="Inter SemiBold"/>
                <a:sym typeface="Inter SemiBold"/>
              </a:defRPr>
            </a:lvl2pPr>
            <a:lvl3pPr lvl="2">
              <a:spcBef>
                <a:spcPts val="0"/>
              </a:spcBef>
              <a:spcAft>
                <a:spcPts val="0"/>
              </a:spcAft>
              <a:buSzPts val="1200"/>
              <a:buFont typeface="Inter SemiBold"/>
              <a:buNone/>
              <a:defRPr>
                <a:latin typeface="Inter SemiBold"/>
                <a:ea typeface="Inter SemiBold"/>
                <a:cs typeface="Inter SemiBold"/>
                <a:sym typeface="Inter SemiBold"/>
              </a:defRPr>
            </a:lvl3pPr>
            <a:lvl4pPr lvl="3">
              <a:spcBef>
                <a:spcPts val="0"/>
              </a:spcBef>
              <a:spcAft>
                <a:spcPts val="0"/>
              </a:spcAft>
              <a:buSzPts val="1200"/>
              <a:buFont typeface="Inter SemiBold"/>
              <a:buNone/>
              <a:defRPr>
                <a:latin typeface="Inter SemiBold"/>
                <a:ea typeface="Inter SemiBold"/>
                <a:cs typeface="Inter SemiBold"/>
                <a:sym typeface="Inter SemiBold"/>
              </a:defRPr>
            </a:lvl4pPr>
            <a:lvl5pPr lvl="4">
              <a:spcBef>
                <a:spcPts val="0"/>
              </a:spcBef>
              <a:spcAft>
                <a:spcPts val="0"/>
              </a:spcAft>
              <a:buSzPts val="1200"/>
              <a:buFont typeface="Inter SemiBold"/>
              <a:buNone/>
              <a:defRPr>
                <a:latin typeface="Inter SemiBold"/>
                <a:ea typeface="Inter SemiBold"/>
                <a:cs typeface="Inter SemiBold"/>
                <a:sym typeface="Inter SemiBold"/>
              </a:defRPr>
            </a:lvl5pPr>
            <a:lvl6pPr lvl="5">
              <a:spcBef>
                <a:spcPts val="0"/>
              </a:spcBef>
              <a:spcAft>
                <a:spcPts val="0"/>
              </a:spcAft>
              <a:buSzPts val="1200"/>
              <a:buFont typeface="Inter SemiBold"/>
              <a:buNone/>
              <a:defRPr>
                <a:latin typeface="Inter SemiBold"/>
                <a:ea typeface="Inter SemiBold"/>
                <a:cs typeface="Inter SemiBold"/>
                <a:sym typeface="Inter SemiBold"/>
              </a:defRPr>
            </a:lvl6pPr>
            <a:lvl7pPr lvl="6">
              <a:spcBef>
                <a:spcPts val="0"/>
              </a:spcBef>
              <a:spcAft>
                <a:spcPts val="0"/>
              </a:spcAft>
              <a:buSzPts val="1200"/>
              <a:buFont typeface="Inter SemiBold"/>
              <a:buNone/>
              <a:defRPr>
                <a:latin typeface="Inter SemiBold"/>
                <a:ea typeface="Inter SemiBold"/>
                <a:cs typeface="Inter SemiBold"/>
                <a:sym typeface="Inter SemiBold"/>
              </a:defRPr>
            </a:lvl7pPr>
            <a:lvl8pPr lvl="7">
              <a:spcBef>
                <a:spcPts val="0"/>
              </a:spcBef>
              <a:spcAft>
                <a:spcPts val="0"/>
              </a:spcAft>
              <a:buSzPts val="1200"/>
              <a:buFont typeface="Inter SemiBold"/>
              <a:buNone/>
              <a:defRPr>
                <a:latin typeface="Inter SemiBold"/>
                <a:ea typeface="Inter SemiBold"/>
                <a:cs typeface="Inter SemiBold"/>
                <a:sym typeface="Inter SemiBold"/>
              </a:defRPr>
            </a:lvl8pPr>
            <a:lvl9pPr lvl="8">
              <a:spcBef>
                <a:spcPts val="0"/>
              </a:spcBef>
              <a:spcAft>
                <a:spcPts val="0"/>
              </a:spcAft>
              <a:buSzPts val="1200"/>
              <a:buFont typeface="Inter SemiBold"/>
              <a:buNone/>
              <a:defRPr>
                <a:latin typeface="Inter SemiBold"/>
                <a:ea typeface="Inter SemiBold"/>
                <a:cs typeface="Inter SemiBold"/>
                <a:sym typeface="Inter SemiBold"/>
              </a:defRPr>
            </a:lvl9pPr>
          </a:lstStyle>
          <a:p/>
        </p:txBody>
      </p:sp>
      <p:sp>
        <p:nvSpPr>
          <p:cNvPr id="415" name="Google Shape;415;p30"/>
          <p:cNvSpPr txBox="1"/>
          <p:nvPr>
            <p:ph idx="17" type="subTitle"/>
          </p:nvPr>
        </p:nvSpPr>
        <p:spPr>
          <a:xfrm>
            <a:off x="6271125" y="2840775"/>
            <a:ext cx="2874600" cy="184800"/>
          </a:xfrm>
          <a:prstGeom prst="rect">
            <a:avLst/>
          </a:prstGeom>
        </p:spPr>
        <p:txBody>
          <a:bodyPr anchorCtr="0" anchor="b" bIns="0" lIns="182875" spcFirstLastPara="1" rIns="91425" wrap="square" tIns="0">
            <a:noAutofit/>
          </a:bodyPr>
          <a:lstStyle>
            <a:lvl1pPr lvl="0">
              <a:spcBef>
                <a:spcPts val="0"/>
              </a:spcBef>
              <a:spcAft>
                <a:spcPts val="0"/>
              </a:spcAft>
              <a:buSzPts val="1200"/>
              <a:buFont typeface="Inter"/>
              <a:buNone/>
              <a:defRPr/>
            </a:lvl1pPr>
            <a:lvl2pPr lvl="1">
              <a:spcBef>
                <a:spcPts val="0"/>
              </a:spcBef>
              <a:spcAft>
                <a:spcPts val="0"/>
              </a:spcAft>
              <a:buSzPts val="1200"/>
              <a:buFont typeface="Inter"/>
              <a:buNone/>
              <a:defRPr/>
            </a:lvl2pPr>
            <a:lvl3pPr lvl="2">
              <a:spcBef>
                <a:spcPts val="0"/>
              </a:spcBef>
              <a:spcAft>
                <a:spcPts val="0"/>
              </a:spcAft>
              <a:buSzPts val="1200"/>
              <a:buFont typeface="Inter"/>
              <a:buNone/>
              <a:defRPr/>
            </a:lvl3pPr>
            <a:lvl4pPr lvl="3">
              <a:spcBef>
                <a:spcPts val="0"/>
              </a:spcBef>
              <a:spcAft>
                <a:spcPts val="0"/>
              </a:spcAft>
              <a:buSzPts val="1200"/>
              <a:buFont typeface="Inter"/>
              <a:buNone/>
              <a:defRPr/>
            </a:lvl4pPr>
            <a:lvl5pPr lvl="4">
              <a:spcBef>
                <a:spcPts val="0"/>
              </a:spcBef>
              <a:spcAft>
                <a:spcPts val="0"/>
              </a:spcAft>
              <a:buSzPts val="1200"/>
              <a:buFont typeface="Inter"/>
              <a:buNone/>
              <a:defRPr/>
            </a:lvl5pPr>
            <a:lvl6pPr lvl="5">
              <a:spcBef>
                <a:spcPts val="0"/>
              </a:spcBef>
              <a:spcAft>
                <a:spcPts val="0"/>
              </a:spcAft>
              <a:buSzPts val="1200"/>
              <a:buFont typeface="Inter"/>
              <a:buNone/>
              <a:defRPr/>
            </a:lvl6pPr>
            <a:lvl7pPr lvl="6">
              <a:spcBef>
                <a:spcPts val="0"/>
              </a:spcBef>
              <a:spcAft>
                <a:spcPts val="0"/>
              </a:spcAft>
              <a:buSzPts val="1200"/>
              <a:buFont typeface="Inter"/>
              <a:buNone/>
              <a:defRPr/>
            </a:lvl7pPr>
            <a:lvl8pPr lvl="7">
              <a:spcBef>
                <a:spcPts val="0"/>
              </a:spcBef>
              <a:spcAft>
                <a:spcPts val="0"/>
              </a:spcAft>
              <a:buSzPts val="1200"/>
              <a:buFont typeface="Inter"/>
              <a:buNone/>
              <a:defRPr/>
            </a:lvl8pPr>
            <a:lvl9pPr lvl="8">
              <a:spcBef>
                <a:spcPts val="0"/>
              </a:spcBef>
              <a:spcAft>
                <a:spcPts val="0"/>
              </a:spcAft>
              <a:buSzPts val="1200"/>
              <a:buFont typeface="Inter"/>
              <a:buNone/>
              <a:defRPr/>
            </a:lvl9pPr>
          </a:lstStyle>
          <a:p/>
        </p:txBody>
      </p:sp>
      <p:sp>
        <p:nvSpPr>
          <p:cNvPr id="416" name="Google Shape;416;p30"/>
          <p:cNvSpPr txBox="1"/>
          <p:nvPr>
            <p:ph idx="18" type="title"/>
          </p:nvPr>
        </p:nvSpPr>
        <p:spPr>
          <a:xfrm>
            <a:off x="6271375" y="4552825"/>
            <a:ext cx="28728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
        <p:nvSpPr>
          <p:cNvPr id="417" name="Google Shape;417;p30"/>
          <p:cNvSpPr txBox="1"/>
          <p:nvPr>
            <p:ph idx="19" type="title"/>
          </p:nvPr>
        </p:nvSpPr>
        <p:spPr>
          <a:xfrm>
            <a:off x="3401750" y="4552825"/>
            <a:ext cx="28680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
        <p:nvSpPr>
          <p:cNvPr id="418" name="Google Shape;418;p30"/>
          <p:cNvSpPr txBox="1"/>
          <p:nvPr>
            <p:ph idx="20" type="title"/>
          </p:nvPr>
        </p:nvSpPr>
        <p:spPr>
          <a:xfrm>
            <a:off x="521625" y="4552825"/>
            <a:ext cx="28785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riorities">
  <p:cSld name="CUSTOM_5">
    <p:bg>
      <p:bgPr>
        <a:solidFill>
          <a:schemeClr val="lt1"/>
        </a:solidFill>
      </p:bgPr>
    </p:bg>
    <p:spTree>
      <p:nvGrpSpPr>
        <p:cNvPr id="419" name="Shape 419"/>
        <p:cNvGrpSpPr/>
        <p:nvPr/>
      </p:nvGrpSpPr>
      <p:grpSpPr>
        <a:xfrm>
          <a:off x="0" y="0"/>
          <a:ext cx="0" cy="0"/>
          <a:chOff x="0" y="0"/>
          <a:chExt cx="0" cy="0"/>
        </a:xfrm>
      </p:grpSpPr>
      <p:sp>
        <p:nvSpPr>
          <p:cNvPr id="420" name="Google Shape;420;p31"/>
          <p:cNvSpPr txBox="1"/>
          <p:nvPr>
            <p:ph idx="1" type="body"/>
          </p:nvPr>
        </p:nvSpPr>
        <p:spPr>
          <a:xfrm>
            <a:off x="1043525" y="2532675"/>
            <a:ext cx="1958400" cy="10014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cxnSp>
        <p:nvCxnSpPr>
          <p:cNvPr id="421" name="Google Shape;421;p31"/>
          <p:cNvCxnSpPr/>
          <p:nvPr/>
        </p:nvCxnSpPr>
        <p:spPr>
          <a:xfrm>
            <a:off x="8622700" y="334950"/>
            <a:ext cx="0" cy="4805700"/>
          </a:xfrm>
          <a:prstGeom prst="straightConnector1">
            <a:avLst/>
          </a:prstGeom>
          <a:noFill/>
          <a:ln cap="flat" cmpd="sng" w="9525">
            <a:solidFill>
              <a:schemeClr val="accent6"/>
            </a:solidFill>
            <a:prstDash val="solid"/>
            <a:round/>
            <a:headEnd len="sm" w="sm" type="none"/>
            <a:tailEnd len="sm" w="sm" type="none"/>
          </a:ln>
        </p:spPr>
      </p:cxnSp>
      <p:sp>
        <p:nvSpPr>
          <p:cNvPr id="422" name="Google Shape;422;p31"/>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423" name="Google Shape;423;p31"/>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424" name="Google Shape;424;p31"/>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425" name="Google Shape;425;p31"/>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426" name="Google Shape;426;p31"/>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427" name="Google Shape;427;p31"/>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428" name="Google Shape;428;p31"/>
          <p:cNvSpPr txBox="1"/>
          <p:nvPr>
            <p:ph type="title"/>
          </p:nvPr>
        </p:nvSpPr>
        <p:spPr>
          <a:xfrm>
            <a:off x="3003325" y="6152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29" name="Google Shape;429;p31"/>
          <p:cNvSpPr txBox="1"/>
          <p:nvPr>
            <p:ph idx="5" type="title"/>
          </p:nvPr>
        </p:nvSpPr>
        <p:spPr>
          <a:xfrm>
            <a:off x="3003325" y="9619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0" name="Google Shape;430;p31"/>
          <p:cNvSpPr txBox="1"/>
          <p:nvPr>
            <p:ph idx="6" type="title"/>
          </p:nvPr>
        </p:nvSpPr>
        <p:spPr>
          <a:xfrm>
            <a:off x="3003325" y="13108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1" name="Google Shape;431;p31"/>
          <p:cNvSpPr txBox="1"/>
          <p:nvPr>
            <p:ph idx="7" type="title"/>
          </p:nvPr>
        </p:nvSpPr>
        <p:spPr>
          <a:xfrm>
            <a:off x="3003325" y="38207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2" name="Google Shape;432;p31"/>
          <p:cNvSpPr txBox="1"/>
          <p:nvPr>
            <p:ph idx="8" type="title"/>
          </p:nvPr>
        </p:nvSpPr>
        <p:spPr>
          <a:xfrm>
            <a:off x="3003325" y="41675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3" name="Google Shape;433;p31"/>
          <p:cNvSpPr txBox="1"/>
          <p:nvPr>
            <p:ph idx="9" type="title"/>
          </p:nvPr>
        </p:nvSpPr>
        <p:spPr>
          <a:xfrm>
            <a:off x="3003325" y="45163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4" name="Google Shape;434;p31"/>
          <p:cNvSpPr txBox="1"/>
          <p:nvPr>
            <p:ph idx="13" type="title"/>
          </p:nvPr>
        </p:nvSpPr>
        <p:spPr>
          <a:xfrm>
            <a:off x="3003325" y="222626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5" name="Google Shape;435;p31"/>
          <p:cNvSpPr txBox="1"/>
          <p:nvPr>
            <p:ph idx="14" type="title"/>
          </p:nvPr>
        </p:nvSpPr>
        <p:spPr>
          <a:xfrm>
            <a:off x="3003325" y="257301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6" name="Google Shape;436;p31"/>
          <p:cNvSpPr txBox="1"/>
          <p:nvPr>
            <p:ph idx="15" type="title"/>
          </p:nvPr>
        </p:nvSpPr>
        <p:spPr>
          <a:xfrm>
            <a:off x="3003325" y="292186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7" name="Google Shape;437;p31"/>
          <p:cNvSpPr txBox="1"/>
          <p:nvPr>
            <p:ph idx="16" type="subTitle"/>
          </p:nvPr>
        </p:nvSpPr>
        <p:spPr>
          <a:xfrm>
            <a:off x="5824413" y="6130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38" name="Google Shape;438;p31"/>
          <p:cNvSpPr txBox="1"/>
          <p:nvPr>
            <p:ph idx="17" type="subTitle"/>
          </p:nvPr>
        </p:nvSpPr>
        <p:spPr>
          <a:xfrm>
            <a:off x="5824413" y="9619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39" name="Google Shape;439;p31"/>
          <p:cNvSpPr txBox="1"/>
          <p:nvPr>
            <p:ph idx="18" type="subTitle"/>
          </p:nvPr>
        </p:nvSpPr>
        <p:spPr>
          <a:xfrm>
            <a:off x="5824413" y="131077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0" name="Google Shape;440;p31"/>
          <p:cNvSpPr txBox="1"/>
          <p:nvPr>
            <p:ph idx="19" type="subTitle"/>
          </p:nvPr>
        </p:nvSpPr>
        <p:spPr>
          <a:xfrm>
            <a:off x="5824413" y="2225213"/>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1" name="Google Shape;441;p31"/>
          <p:cNvSpPr txBox="1"/>
          <p:nvPr>
            <p:ph idx="20" type="subTitle"/>
          </p:nvPr>
        </p:nvSpPr>
        <p:spPr>
          <a:xfrm>
            <a:off x="5824413" y="2574113"/>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2" name="Google Shape;442;p31"/>
          <p:cNvSpPr txBox="1"/>
          <p:nvPr>
            <p:ph idx="21" type="subTitle"/>
          </p:nvPr>
        </p:nvSpPr>
        <p:spPr>
          <a:xfrm>
            <a:off x="5824413" y="2922938"/>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3" name="Google Shape;443;p31"/>
          <p:cNvSpPr txBox="1"/>
          <p:nvPr>
            <p:ph idx="22" type="subTitle"/>
          </p:nvPr>
        </p:nvSpPr>
        <p:spPr>
          <a:xfrm>
            <a:off x="5824413" y="381862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4" name="Google Shape;444;p31"/>
          <p:cNvSpPr txBox="1"/>
          <p:nvPr>
            <p:ph idx="23" type="subTitle"/>
          </p:nvPr>
        </p:nvSpPr>
        <p:spPr>
          <a:xfrm>
            <a:off x="5824413" y="416752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5" name="Google Shape;445;p31"/>
          <p:cNvSpPr txBox="1"/>
          <p:nvPr>
            <p:ph idx="24" type="subTitle"/>
          </p:nvPr>
        </p:nvSpPr>
        <p:spPr>
          <a:xfrm>
            <a:off x="5824413" y="45163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6" name="Google Shape;446;p31"/>
          <p:cNvSpPr txBox="1"/>
          <p:nvPr>
            <p:ph idx="25" type="title"/>
          </p:nvPr>
        </p:nvSpPr>
        <p:spPr>
          <a:xfrm>
            <a:off x="1045225" y="3545525"/>
            <a:ext cx="1958400" cy="519600"/>
          </a:xfrm>
          <a:prstGeom prst="rect">
            <a:avLst/>
          </a:prstGeom>
        </p:spPr>
        <p:txBody>
          <a:bodyPr anchorCtr="0" anchor="b" bIns="0" lIns="182875" spcFirstLastPara="1" rIns="182875" wrap="square" tIns="91425">
            <a:no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447" name="Google Shape;447;p31"/>
          <p:cNvSpPr txBox="1"/>
          <p:nvPr>
            <p:ph idx="26" type="body"/>
          </p:nvPr>
        </p:nvSpPr>
        <p:spPr>
          <a:xfrm>
            <a:off x="1043525" y="4174000"/>
            <a:ext cx="1958400" cy="9591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
        <p:nvSpPr>
          <p:cNvPr id="448" name="Google Shape;448;p31"/>
          <p:cNvSpPr txBox="1"/>
          <p:nvPr>
            <p:ph idx="27" type="title"/>
          </p:nvPr>
        </p:nvSpPr>
        <p:spPr>
          <a:xfrm>
            <a:off x="1045225" y="350525"/>
            <a:ext cx="1958400" cy="519600"/>
          </a:xfrm>
          <a:prstGeom prst="rect">
            <a:avLst/>
          </a:prstGeom>
        </p:spPr>
        <p:txBody>
          <a:bodyPr anchorCtr="0" anchor="b" bIns="0" lIns="182875" spcFirstLastPara="1" rIns="182875" wrap="square" tIns="91425">
            <a:no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449" name="Google Shape;449;p31"/>
          <p:cNvSpPr txBox="1"/>
          <p:nvPr>
            <p:ph idx="28" type="title"/>
          </p:nvPr>
        </p:nvSpPr>
        <p:spPr>
          <a:xfrm>
            <a:off x="1045225" y="1945600"/>
            <a:ext cx="1958400" cy="519600"/>
          </a:xfrm>
          <a:prstGeom prst="rect">
            <a:avLst/>
          </a:prstGeom>
        </p:spPr>
        <p:txBody>
          <a:bodyPr anchorCtr="0" anchor="b" bIns="0" lIns="182875" spcFirstLastPara="1" rIns="182875" wrap="square" tIns="91425">
            <a:noAutofit/>
          </a:bodyPr>
          <a:lstStyle>
            <a:lvl1pPr lvl="0">
              <a:spcBef>
                <a:spcPts val="0"/>
              </a:spcBef>
              <a:spcAft>
                <a:spcPts val="0"/>
              </a:spcAft>
              <a:buSzPts val="2400"/>
              <a:buFont typeface="Gowun Batang"/>
              <a:buNone/>
              <a:defRPr sz="2400"/>
            </a:lvl1pPr>
            <a:lvl2pPr lvl="1">
              <a:spcBef>
                <a:spcPts val="0"/>
              </a:spcBef>
              <a:spcAft>
                <a:spcPts val="0"/>
              </a:spcAft>
              <a:buSzPts val="2400"/>
              <a:buFont typeface="Gowun Batang"/>
              <a:buNone/>
              <a:defRPr sz="2400"/>
            </a:lvl2pPr>
            <a:lvl3pPr lvl="2">
              <a:spcBef>
                <a:spcPts val="0"/>
              </a:spcBef>
              <a:spcAft>
                <a:spcPts val="0"/>
              </a:spcAft>
              <a:buSzPts val="2400"/>
              <a:buFont typeface="Gowun Batang"/>
              <a:buNone/>
              <a:defRPr sz="2400"/>
            </a:lvl3pPr>
            <a:lvl4pPr lvl="3">
              <a:spcBef>
                <a:spcPts val="0"/>
              </a:spcBef>
              <a:spcAft>
                <a:spcPts val="0"/>
              </a:spcAft>
              <a:buSzPts val="2400"/>
              <a:buFont typeface="Gowun Batang"/>
              <a:buNone/>
              <a:defRPr sz="2400"/>
            </a:lvl4pPr>
            <a:lvl5pPr lvl="4">
              <a:spcBef>
                <a:spcPts val="0"/>
              </a:spcBef>
              <a:spcAft>
                <a:spcPts val="0"/>
              </a:spcAft>
              <a:buSzPts val="2400"/>
              <a:buFont typeface="Gowun Batang"/>
              <a:buNone/>
              <a:defRPr sz="2400"/>
            </a:lvl5pPr>
            <a:lvl6pPr lvl="5">
              <a:spcBef>
                <a:spcPts val="0"/>
              </a:spcBef>
              <a:spcAft>
                <a:spcPts val="0"/>
              </a:spcAft>
              <a:buSzPts val="2400"/>
              <a:buFont typeface="Gowun Batang"/>
              <a:buNone/>
              <a:defRPr sz="2400"/>
            </a:lvl6pPr>
            <a:lvl7pPr lvl="6">
              <a:spcBef>
                <a:spcPts val="0"/>
              </a:spcBef>
              <a:spcAft>
                <a:spcPts val="0"/>
              </a:spcAft>
              <a:buSzPts val="2400"/>
              <a:buFont typeface="Gowun Batang"/>
              <a:buNone/>
              <a:defRPr sz="2400"/>
            </a:lvl7pPr>
            <a:lvl8pPr lvl="7">
              <a:spcBef>
                <a:spcPts val="0"/>
              </a:spcBef>
              <a:spcAft>
                <a:spcPts val="0"/>
              </a:spcAft>
              <a:buSzPts val="2400"/>
              <a:buFont typeface="Gowun Batang"/>
              <a:buNone/>
              <a:defRPr sz="2400"/>
            </a:lvl8pPr>
            <a:lvl9pPr lvl="8">
              <a:spcBef>
                <a:spcPts val="0"/>
              </a:spcBef>
              <a:spcAft>
                <a:spcPts val="0"/>
              </a:spcAft>
              <a:buSzPts val="2400"/>
              <a:buFont typeface="Gowun Batang"/>
              <a:buNone/>
              <a:defRPr sz="2400"/>
            </a:lvl9pPr>
          </a:lstStyle>
          <a:p/>
        </p:txBody>
      </p:sp>
      <p:sp>
        <p:nvSpPr>
          <p:cNvPr id="450" name="Google Shape;450;p31"/>
          <p:cNvSpPr txBox="1"/>
          <p:nvPr>
            <p:ph idx="29" type="body"/>
          </p:nvPr>
        </p:nvSpPr>
        <p:spPr>
          <a:xfrm>
            <a:off x="1043513" y="962025"/>
            <a:ext cx="1958400" cy="9729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olutions">
  <p:cSld name="CUSTOM_6">
    <p:bg>
      <p:bgPr>
        <a:solidFill>
          <a:schemeClr val="lt2"/>
        </a:solidFill>
      </p:bgPr>
    </p:bg>
    <p:spTree>
      <p:nvGrpSpPr>
        <p:cNvPr id="451" name="Shape 451"/>
        <p:cNvGrpSpPr/>
        <p:nvPr/>
      </p:nvGrpSpPr>
      <p:grpSpPr>
        <a:xfrm>
          <a:off x="0" y="0"/>
          <a:ext cx="0" cy="0"/>
          <a:chOff x="0" y="0"/>
          <a:chExt cx="0" cy="0"/>
        </a:xfrm>
      </p:grpSpPr>
      <p:sp>
        <p:nvSpPr>
          <p:cNvPr id="452" name="Google Shape;452;p32"/>
          <p:cNvSpPr txBox="1"/>
          <p:nvPr>
            <p:ph type="title"/>
          </p:nvPr>
        </p:nvSpPr>
        <p:spPr>
          <a:xfrm>
            <a:off x="5481500" y="3864550"/>
            <a:ext cx="498300" cy="6366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SemiBold"/>
              <a:buChar char="●"/>
              <a:defRPr sz="1500">
                <a:latin typeface="Inter SemiBold"/>
                <a:ea typeface="Inter SemiBold"/>
                <a:cs typeface="Inter SemiBold"/>
                <a:sym typeface="Inter SemiBold"/>
              </a:defRPr>
            </a:lvl1pPr>
            <a:lvl2pPr lvl="1" algn="ctr">
              <a:spcBef>
                <a:spcPts val="0"/>
              </a:spcBef>
              <a:spcAft>
                <a:spcPts val="0"/>
              </a:spcAft>
              <a:buClr>
                <a:schemeClr val="lt1"/>
              </a:buClr>
              <a:buSzPts val="1500"/>
              <a:buFont typeface="Inter"/>
              <a:buChar char="○"/>
              <a:defRPr sz="1500">
                <a:latin typeface="Inter"/>
                <a:ea typeface="Inter"/>
                <a:cs typeface="Inter"/>
                <a:sym typeface="Inter"/>
              </a:defRPr>
            </a:lvl2pPr>
            <a:lvl3pPr lvl="2" algn="ctr">
              <a:spcBef>
                <a:spcPts val="0"/>
              </a:spcBef>
              <a:spcAft>
                <a:spcPts val="0"/>
              </a:spcAft>
              <a:buClr>
                <a:schemeClr val="lt1"/>
              </a:buClr>
              <a:buSzPts val="1500"/>
              <a:buFont typeface="Inter"/>
              <a:buChar char="■"/>
              <a:defRPr sz="1500">
                <a:latin typeface="Inter"/>
                <a:ea typeface="Inter"/>
                <a:cs typeface="Inter"/>
                <a:sym typeface="Inter"/>
              </a:defRPr>
            </a:lvl3pPr>
            <a:lvl4pPr lvl="3" algn="ctr">
              <a:spcBef>
                <a:spcPts val="0"/>
              </a:spcBef>
              <a:spcAft>
                <a:spcPts val="0"/>
              </a:spcAft>
              <a:buClr>
                <a:schemeClr val="lt1"/>
              </a:buClr>
              <a:buSzPts val="1500"/>
              <a:buFont typeface="Inter"/>
              <a:buChar char="●"/>
              <a:defRPr sz="1500">
                <a:latin typeface="Inter"/>
                <a:ea typeface="Inter"/>
                <a:cs typeface="Inter"/>
                <a:sym typeface="Inter"/>
              </a:defRPr>
            </a:lvl4pPr>
            <a:lvl5pPr lvl="4" algn="ctr">
              <a:spcBef>
                <a:spcPts val="0"/>
              </a:spcBef>
              <a:spcAft>
                <a:spcPts val="0"/>
              </a:spcAft>
              <a:buClr>
                <a:schemeClr val="lt1"/>
              </a:buClr>
              <a:buSzPts val="1500"/>
              <a:buFont typeface="Inter"/>
              <a:buChar char="○"/>
              <a:defRPr sz="1500">
                <a:latin typeface="Inter"/>
                <a:ea typeface="Inter"/>
                <a:cs typeface="Inter"/>
                <a:sym typeface="Inter"/>
              </a:defRPr>
            </a:lvl5pPr>
            <a:lvl6pPr lvl="5" algn="ctr">
              <a:spcBef>
                <a:spcPts val="0"/>
              </a:spcBef>
              <a:spcAft>
                <a:spcPts val="0"/>
              </a:spcAft>
              <a:buClr>
                <a:schemeClr val="lt1"/>
              </a:buClr>
              <a:buSzPts val="1500"/>
              <a:buFont typeface="Inter"/>
              <a:buChar char="■"/>
              <a:defRPr sz="1500">
                <a:latin typeface="Inter"/>
                <a:ea typeface="Inter"/>
                <a:cs typeface="Inter"/>
                <a:sym typeface="Inter"/>
              </a:defRPr>
            </a:lvl6pPr>
            <a:lvl7pPr lvl="6" algn="ctr">
              <a:spcBef>
                <a:spcPts val="0"/>
              </a:spcBef>
              <a:spcAft>
                <a:spcPts val="0"/>
              </a:spcAft>
              <a:buClr>
                <a:schemeClr val="lt1"/>
              </a:buClr>
              <a:buSzPts val="1500"/>
              <a:buFont typeface="Inter"/>
              <a:buChar char="●"/>
              <a:defRPr sz="1500">
                <a:latin typeface="Inter"/>
                <a:ea typeface="Inter"/>
                <a:cs typeface="Inter"/>
                <a:sym typeface="Inter"/>
              </a:defRPr>
            </a:lvl7pPr>
            <a:lvl8pPr lvl="7" algn="ctr">
              <a:spcBef>
                <a:spcPts val="0"/>
              </a:spcBef>
              <a:spcAft>
                <a:spcPts val="0"/>
              </a:spcAft>
              <a:buClr>
                <a:schemeClr val="lt1"/>
              </a:buClr>
              <a:buSzPts val="1500"/>
              <a:buFont typeface="Inter"/>
              <a:buChar char="○"/>
              <a:defRPr sz="1500">
                <a:latin typeface="Inter"/>
                <a:ea typeface="Inter"/>
                <a:cs typeface="Inter"/>
                <a:sym typeface="Inter"/>
              </a:defRPr>
            </a:lvl8pPr>
            <a:lvl9pPr lvl="8" algn="ctr">
              <a:spcBef>
                <a:spcPts val="0"/>
              </a:spcBef>
              <a:spcAft>
                <a:spcPts val="0"/>
              </a:spcAft>
              <a:buClr>
                <a:schemeClr val="lt1"/>
              </a:buClr>
              <a:buSzPts val="1500"/>
              <a:buFont typeface="Inter"/>
              <a:buChar char="■"/>
              <a:defRPr sz="1500">
                <a:latin typeface="Inter"/>
                <a:ea typeface="Inter"/>
                <a:cs typeface="Inter"/>
                <a:sym typeface="Inter"/>
              </a:defRPr>
            </a:lvl9pPr>
          </a:lstStyle>
          <a:p/>
        </p:txBody>
      </p:sp>
      <p:sp>
        <p:nvSpPr>
          <p:cNvPr id="453" name="Google Shape;453;p32"/>
          <p:cNvSpPr txBox="1"/>
          <p:nvPr>
            <p:ph idx="2" type="title"/>
          </p:nvPr>
        </p:nvSpPr>
        <p:spPr>
          <a:xfrm>
            <a:off x="5481500" y="1309125"/>
            <a:ext cx="498300" cy="638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54" name="Google Shape;454;p32"/>
          <p:cNvSpPr txBox="1"/>
          <p:nvPr>
            <p:ph idx="3" type="title"/>
          </p:nvPr>
        </p:nvSpPr>
        <p:spPr>
          <a:xfrm>
            <a:off x="5481500" y="3224825"/>
            <a:ext cx="498300" cy="638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2pPr>
            <a:lvl3pPr lvl="2"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3pPr>
            <a:lvl4pPr lvl="3"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4pPr>
            <a:lvl5pPr lvl="4"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5pPr>
            <a:lvl6pPr lvl="5"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6pPr>
            <a:lvl7pPr lvl="6"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7pPr>
            <a:lvl8pPr lvl="7"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8pPr>
            <a:lvl9pPr lvl="8"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9pPr>
          </a:lstStyle>
          <a:p/>
        </p:txBody>
      </p:sp>
      <p:sp>
        <p:nvSpPr>
          <p:cNvPr id="455" name="Google Shape;455;p32"/>
          <p:cNvSpPr txBox="1"/>
          <p:nvPr>
            <p:ph idx="4" type="title"/>
          </p:nvPr>
        </p:nvSpPr>
        <p:spPr>
          <a:xfrm>
            <a:off x="5481500" y="2596100"/>
            <a:ext cx="498300" cy="629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56" name="Google Shape;456;p32"/>
          <p:cNvSpPr txBox="1"/>
          <p:nvPr>
            <p:ph idx="5" type="title"/>
          </p:nvPr>
        </p:nvSpPr>
        <p:spPr>
          <a:xfrm>
            <a:off x="5481500" y="1949300"/>
            <a:ext cx="498300" cy="646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57" name="Google Shape;457;p32"/>
          <p:cNvSpPr txBox="1"/>
          <p:nvPr>
            <p:ph idx="6" type="title"/>
          </p:nvPr>
        </p:nvSpPr>
        <p:spPr>
          <a:xfrm>
            <a:off x="5481475" y="4504275"/>
            <a:ext cx="498300" cy="643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58" name="Google Shape;458;p32"/>
          <p:cNvSpPr txBox="1"/>
          <p:nvPr>
            <p:ph idx="1" type="body"/>
          </p:nvPr>
        </p:nvSpPr>
        <p:spPr>
          <a:xfrm>
            <a:off x="2187950" y="1307550"/>
            <a:ext cx="3181200" cy="12885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59" name="Google Shape;459;p32"/>
          <p:cNvSpPr txBox="1"/>
          <p:nvPr>
            <p:ph idx="7" type="body"/>
          </p:nvPr>
        </p:nvSpPr>
        <p:spPr>
          <a:xfrm>
            <a:off x="2187950" y="3864550"/>
            <a:ext cx="3181200" cy="12792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800"/>
              </a:spcBef>
              <a:spcAft>
                <a:spcPts val="0"/>
              </a:spcAft>
              <a:buSzPts val="1000"/>
              <a:buFont typeface="Inter"/>
              <a:buChar char="○"/>
              <a:defRPr sz="1000"/>
            </a:lvl2pPr>
            <a:lvl3pPr indent="-292100" lvl="2" marL="1371600">
              <a:spcBef>
                <a:spcPts val="800"/>
              </a:spcBef>
              <a:spcAft>
                <a:spcPts val="0"/>
              </a:spcAft>
              <a:buSzPts val="1000"/>
              <a:buFont typeface="Inter"/>
              <a:buChar char="■"/>
              <a:defRPr sz="1000"/>
            </a:lvl3pPr>
            <a:lvl4pPr indent="-292100" lvl="3" marL="1828800">
              <a:spcBef>
                <a:spcPts val="800"/>
              </a:spcBef>
              <a:spcAft>
                <a:spcPts val="0"/>
              </a:spcAft>
              <a:buSzPts val="1000"/>
              <a:buFont typeface="Inter"/>
              <a:buChar char="●"/>
              <a:defRPr sz="1000"/>
            </a:lvl4pPr>
            <a:lvl5pPr indent="-292100" lvl="4" marL="2286000">
              <a:spcBef>
                <a:spcPts val="800"/>
              </a:spcBef>
              <a:spcAft>
                <a:spcPts val="0"/>
              </a:spcAft>
              <a:buSzPts val="1000"/>
              <a:buFont typeface="Inter"/>
              <a:buChar char="○"/>
              <a:defRPr sz="1000"/>
            </a:lvl5pPr>
            <a:lvl6pPr indent="-292100" lvl="5" marL="2743200">
              <a:spcBef>
                <a:spcPts val="800"/>
              </a:spcBef>
              <a:spcAft>
                <a:spcPts val="0"/>
              </a:spcAft>
              <a:buSzPts val="1000"/>
              <a:buFont typeface="Inter"/>
              <a:buChar char="■"/>
              <a:defRPr sz="1000"/>
            </a:lvl6pPr>
            <a:lvl7pPr indent="-292100" lvl="6" marL="3200400">
              <a:spcBef>
                <a:spcPts val="800"/>
              </a:spcBef>
              <a:spcAft>
                <a:spcPts val="0"/>
              </a:spcAft>
              <a:buSzPts val="1000"/>
              <a:buFont typeface="Inter"/>
              <a:buChar char="●"/>
              <a:defRPr sz="1000"/>
            </a:lvl7pPr>
            <a:lvl8pPr indent="-292100" lvl="7" marL="3657600">
              <a:spcBef>
                <a:spcPts val="800"/>
              </a:spcBef>
              <a:spcAft>
                <a:spcPts val="0"/>
              </a:spcAft>
              <a:buSzPts val="1000"/>
              <a:buFont typeface="Inter"/>
              <a:buChar char="○"/>
              <a:defRPr sz="1000"/>
            </a:lvl8pPr>
            <a:lvl9pPr indent="-292100" lvl="8" marL="4114800">
              <a:spcBef>
                <a:spcPts val="800"/>
              </a:spcBef>
              <a:spcAft>
                <a:spcPts val="800"/>
              </a:spcAft>
              <a:buSzPts val="1000"/>
              <a:buFont typeface="Inter"/>
              <a:buChar char="■"/>
              <a:defRPr sz="1000"/>
            </a:lvl9pPr>
          </a:lstStyle>
          <a:p/>
        </p:txBody>
      </p:sp>
      <p:sp>
        <p:nvSpPr>
          <p:cNvPr id="460" name="Google Shape;460;p32"/>
          <p:cNvSpPr txBox="1"/>
          <p:nvPr>
            <p:ph idx="8" type="body"/>
          </p:nvPr>
        </p:nvSpPr>
        <p:spPr>
          <a:xfrm>
            <a:off x="2187950" y="2596100"/>
            <a:ext cx="3181200" cy="12687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cxnSp>
        <p:nvCxnSpPr>
          <p:cNvPr id="461" name="Google Shape;461;p32"/>
          <p:cNvCxnSpPr/>
          <p:nvPr/>
        </p:nvCxnSpPr>
        <p:spPr>
          <a:xfrm rot="10800000">
            <a:off x="520175" y="1307575"/>
            <a:ext cx="8624100" cy="0"/>
          </a:xfrm>
          <a:prstGeom prst="straightConnector1">
            <a:avLst/>
          </a:prstGeom>
          <a:noFill/>
          <a:ln cap="flat" cmpd="sng" w="9525">
            <a:solidFill>
              <a:schemeClr val="lt1"/>
            </a:solidFill>
            <a:prstDash val="solid"/>
            <a:round/>
            <a:headEnd len="sm" w="sm" type="none"/>
            <a:tailEnd len="sm" w="sm" type="none"/>
          </a:ln>
        </p:spPr>
      </p:cxnSp>
      <p:sp>
        <p:nvSpPr>
          <p:cNvPr id="462" name="Google Shape;462;p32"/>
          <p:cNvSpPr txBox="1"/>
          <p:nvPr>
            <p:ph idx="9"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None/>
              <a:defRPr sz="800"/>
            </a:lvl1pPr>
            <a:lvl2pPr lvl="1">
              <a:spcBef>
                <a:spcPts val="0"/>
              </a:spcBef>
              <a:spcAft>
                <a:spcPts val="0"/>
              </a:spcAft>
              <a:buClr>
                <a:schemeClr val="lt1"/>
              </a:buClr>
              <a:buSzPts val="800"/>
              <a:buNone/>
              <a:defRPr sz="800"/>
            </a:lvl2pPr>
            <a:lvl3pPr lvl="2">
              <a:spcBef>
                <a:spcPts val="0"/>
              </a:spcBef>
              <a:spcAft>
                <a:spcPts val="0"/>
              </a:spcAft>
              <a:buClr>
                <a:schemeClr val="lt1"/>
              </a:buClr>
              <a:buSzPts val="800"/>
              <a:buNone/>
              <a:defRPr sz="800"/>
            </a:lvl3pPr>
            <a:lvl4pPr lvl="3">
              <a:spcBef>
                <a:spcPts val="0"/>
              </a:spcBef>
              <a:spcAft>
                <a:spcPts val="0"/>
              </a:spcAft>
              <a:buClr>
                <a:schemeClr val="lt1"/>
              </a:buClr>
              <a:buSzPts val="800"/>
              <a:buNone/>
              <a:defRPr sz="800"/>
            </a:lvl4pPr>
            <a:lvl5pPr lvl="4">
              <a:spcBef>
                <a:spcPts val="0"/>
              </a:spcBef>
              <a:spcAft>
                <a:spcPts val="0"/>
              </a:spcAft>
              <a:buClr>
                <a:schemeClr val="lt1"/>
              </a:buClr>
              <a:buSzPts val="800"/>
              <a:buNone/>
              <a:defRPr sz="800"/>
            </a:lvl5pPr>
            <a:lvl6pPr lvl="5">
              <a:spcBef>
                <a:spcPts val="0"/>
              </a:spcBef>
              <a:spcAft>
                <a:spcPts val="0"/>
              </a:spcAft>
              <a:buClr>
                <a:schemeClr val="lt1"/>
              </a:buClr>
              <a:buSzPts val="800"/>
              <a:buNone/>
              <a:defRPr sz="800"/>
            </a:lvl6pPr>
            <a:lvl7pPr lvl="6">
              <a:spcBef>
                <a:spcPts val="0"/>
              </a:spcBef>
              <a:spcAft>
                <a:spcPts val="0"/>
              </a:spcAft>
              <a:buClr>
                <a:schemeClr val="lt1"/>
              </a:buClr>
              <a:buSzPts val="800"/>
              <a:buNone/>
              <a:defRPr sz="800"/>
            </a:lvl7pPr>
            <a:lvl8pPr lvl="7">
              <a:spcBef>
                <a:spcPts val="0"/>
              </a:spcBef>
              <a:spcAft>
                <a:spcPts val="0"/>
              </a:spcAft>
              <a:buClr>
                <a:schemeClr val="lt1"/>
              </a:buClr>
              <a:buSzPts val="800"/>
              <a:buNone/>
              <a:defRPr sz="800"/>
            </a:lvl8pPr>
            <a:lvl9pPr lvl="8">
              <a:spcBef>
                <a:spcPts val="0"/>
              </a:spcBef>
              <a:spcAft>
                <a:spcPts val="0"/>
              </a:spcAft>
              <a:buClr>
                <a:schemeClr val="lt1"/>
              </a:buClr>
              <a:buSzPts val="800"/>
              <a:buNone/>
              <a:defRPr sz="800"/>
            </a:lvl9pPr>
          </a:lstStyle>
          <a:p/>
        </p:txBody>
      </p:sp>
      <p:sp>
        <p:nvSpPr>
          <p:cNvPr id="463" name="Google Shape;463;p32"/>
          <p:cNvSpPr txBox="1"/>
          <p:nvPr>
            <p:ph idx="1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None/>
              <a:defRPr sz="800"/>
            </a:lvl1pPr>
            <a:lvl2pPr lvl="1" algn="r">
              <a:spcBef>
                <a:spcPts val="0"/>
              </a:spcBef>
              <a:spcAft>
                <a:spcPts val="0"/>
              </a:spcAft>
              <a:buClr>
                <a:schemeClr val="lt1"/>
              </a:buClr>
              <a:buSzPts val="800"/>
              <a:buNone/>
              <a:defRPr sz="800"/>
            </a:lvl2pPr>
            <a:lvl3pPr lvl="2" algn="r">
              <a:spcBef>
                <a:spcPts val="0"/>
              </a:spcBef>
              <a:spcAft>
                <a:spcPts val="0"/>
              </a:spcAft>
              <a:buClr>
                <a:schemeClr val="lt1"/>
              </a:buClr>
              <a:buSzPts val="800"/>
              <a:buNone/>
              <a:defRPr sz="800"/>
            </a:lvl3pPr>
            <a:lvl4pPr lvl="3" algn="r">
              <a:spcBef>
                <a:spcPts val="0"/>
              </a:spcBef>
              <a:spcAft>
                <a:spcPts val="0"/>
              </a:spcAft>
              <a:buClr>
                <a:schemeClr val="lt1"/>
              </a:buClr>
              <a:buSzPts val="800"/>
              <a:buNone/>
              <a:defRPr sz="800"/>
            </a:lvl4pPr>
            <a:lvl5pPr lvl="4" algn="r">
              <a:spcBef>
                <a:spcPts val="0"/>
              </a:spcBef>
              <a:spcAft>
                <a:spcPts val="0"/>
              </a:spcAft>
              <a:buClr>
                <a:schemeClr val="lt1"/>
              </a:buClr>
              <a:buSzPts val="800"/>
              <a:buNone/>
              <a:defRPr sz="800"/>
            </a:lvl5pPr>
            <a:lvl6pPr lvl="5" algn="r">
              <a:spcBef>
                <a:spcPts val="0"/>
              </a:spcBef>
              <a:spcAft>
                <a:spcPts val="0"/>
              </a:spcAft>
              <a:buClr>
                <a:schemeClr val="lt1"/>
              </a:buClr>
              <a:buSzPts val="800"/>
              <a:buNone/>
              <a:defRPr sz="800"/>
            </a:lvl6pPr>
            <a:lvl7pPr lvl="6" algn="r">
              <a:spcBef>
                <a:spcPts val="0"/>
              </a:spcBef>
              <a:spcAft>
                <a:spcPts val="0"/>
              </a:spcAft>
              <a:buClr>
                <a:schemeClr val="lt1"/>
              </a:buClr>
              <a:buSzPts val="800"/>
              <a:buNone/>
              <a:defRPr sz="800"/>
            </a:lvl7pPr>
            <a:lvl8pPr lvl="7" algn="r">
              <a:spcBef>
                <a:spcPts val="0"/>
              </a:spcBef>
              <a:spcAft>
                <a:spcPts val="0"/>
              </a:spcAft>
              <a:buClr>
                <a:schemeClr val="lt1"/>
              </a:buClr>
              <a:buSzPts val="800"/>
              <a:buNone/>
              <a:defRPr sz="800"/>
            </a:lvl8pPr>
            <a:lvl9pPr lvl="8" algn="r">
              <a:spcBef>
                <a:spcPts val="0"/>
              </a:spcBef>
              <a:spcAft>
                <a:spcPts val="0"/>
              </a:spcAft>
              <a:buClr>
                <a:schemeClr val="lt1"/>
              </a:buClr>
              <a:buSzPts val="800"/>
              <a:buNone/>
              <a:defRPr sz="800"/>
            </a:lvl9pPr>
          </a:lstStyle>
          <a:p/>
        </p:txBody>
      </p:sp>
      <p:sp>
        <p:nvSpPr>
          <p:cNvPr id="464" name="Google Shape;464;p32"/>
          <p:cNvSpPr txBox="1"/>
          <p:nvPr>
            <p:ph idx="1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None/>
              <a:defRPr sz="800"/>
            </a:lvl1pPr>
            <a:lvl2pPr lvl="1" algn="r">
              <a:spcBef>
                <a:spcPts val="0"/>
              </a:spcBef>
              <a:spcAft>
                <a:spcPts val="0"/>
              </a:spcAft>
              <a:buClr>
                <a:schemeClr val="lt1"/>
              </a:buClr>
              <a:buSzPts val="800"/>
              <a:buNone/>
              <a:defRPr sz="800"/>
            </a:lvl2pPr>
            <a:lvl3pPr lvl="2" algn="r">
              <a:spcBef>
                <a:spcPts val="0"/>
              </a:spcBef>
              <a:spcAft>
                <a:spcPts val="0"/>
              </a:spcAft>
              <a:buClr>
                <a:schemeClr val="lt1"/>
              </a:buClr>
              <a:buSzPts val="800"/>
              <a:buNone/>
              <a:defRPr sz="800"/>
            </a:lvl3pPr>
            <a:lvl4pPr lvl="3" algn="r">
              <a:spcBef>
                <a:spcPts val="0"/>
              </a:spcBef>
              <a:spcAft>
                <a:spcPts val="0"/>
              </a:spcAft>
              <a:buClr>
                <a:schemeClr val="lt1"/>
              </a:buClr>
              <a:buSzPts val="800"/>
              <a:buNone/>
              <a:defRPr sz="800"/>
            </a:lvl4pPr>
            <a:lvl5pPr lvl="4" algn="r">
              <a:spcBef>
                <a:spcPts val="0"/>
              </a:spcBef>
              <a:spcAft>
                <a:spcPts val="0"/>
              </a:spcAft>
              <a:buClr>
                <a:schemeClr val="lt1"/>
              </a:buClr>
              <a:buSzPts val="800"/>
              <a:buNone/>
              <a:defRPr sz="800"/>
            </a:lvl5pPr>
            <a:lvl6pPr lvl="5" algn="r">
              <a:spcBef>
                <a:spcPts val="0"/>
              </a:spcBef>
              <a:spcAft>
                <a:spcPts val="0"/>
              </a:spcAft>
              <a:buClr>
                <a:schemeClr val="lt1"/>
              </a:buClr>
              <a:buSzPts val="800"/>
              <a:buNone/>
              <a:defRPr sz="800"/>
            </a:lvl6pPr>
            <a:lvl7pPr lvl="6" algn="r">
              <a:spcBef>
                <a:spcPts val="0"/>
              </a:spcBef>
              <a:spcAft>
                <a:spcPts val="0"/>
              </a:spcAft>
              <a:buClr>
                <a:schemeClr val="lt1"/>
              </a:buClr>
              <a:buSzPts val="800"/>
              <a:buNone/>
              <a:defRPr sz="800"/>
            </a:lvl7pPr>
            <a:lvl8pPr lvl="7" algn="r">
              <a:spcBef>
                <a:spcPts val="0"/>
              </a:spcBef>
              <a:spcAft>
                <a:spcPts val="0"/>
              </a:spcAft>
              <a:buClr>
                <a:schemeClr val="lt1"/>
              </a:buClr>
              <a:buSzPts val="800"/>
              <a:buNone/>
              <a:defRPr sz="800"/>
            </a:lvl8pPr>
            <a:lvl9pPr lvl="8" algn="r">
              <a:spcBef>
                <a:spcPts val="0"/>
              </a:spcBef>
              <a:spcAft>
                <a:spcPts val="0"/>
              </a:spcAft>
              <a:buClr>
                <a:schemeClr val="lt1"/>
              </a:buClr>
              <a:buSzPts val="800"/>
              <a:buNone/>
              <a:defRPr sz="800"/>
            </a:lvl9pPr>
          </a:lstStyle>
          <a:p/>
        </p:txBody>
      </p:sp>
      <p:cxnSp>
        <p:nvCxnSpPr>
          <p:cNvPr id="465" name="Google Shape;465;p3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66" name="Google Shape;466;p3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67" name="Google Shape;467;p3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468" name="Google Shape;468;p32"/>
          <p:cNvSpPr txBox="1"/>
          <p:nvPr>
            <p:ph idx="15" type="title"/>
          </p:nvPr>
        </p:nvSpPr>
        <p:spPr>
          <a:xfrm flipH="1">
            <a:off x="521275" y="347825"/>
            <a:ext cx="6252600" cy="972600"/>
          </a:xfrm>
          <a:prstGeom prst="rect">
            <a:avLst/>
          </a:prstGeom>
        </p:spPr>
        <p:txBody>
          <a:bodyPr anchorCtr="0" anchor="ctr" bIns="0" lIns="274300" spcFirstLastPara="1" rIns="91425" wrap="square" tIns="0">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469" name="Google Shape;469;p32"/>
          <p:cNvSpPr txBox="1"/>
          <p:nvPr>
            <p:ph idx="16" type="title"/>
          </p:nvPr>
        </p:nvSpPr>
        <p:spPr>
          <a:xfrm>
            <a:off x="521275" y="1307500"/>
            <a:ext cx="1666500" cy="12885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70" name="Google Shape;470;p32"/>
          <p:cNvSpPr txBox="1"/>
          <p:nvPr>
            <p:ph idx="17" type="title"/>
          </p:nvPr>
        </p:nvSpPr>
        <p:spPr>
          <a:xfrm>
            <a:off x="521275" y="2595800"/>
            <a:ext cx="1666500" cy="12687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71" name="Google Shape;471;p32"/>
          <p:cNvSpPr txBox="1"/>
          <p:nvPr>
            <p:ph idx="18" type="title"/>
          </p:nvPr>
        </p:nvSpPr>
        <p:spPr>
          <a:xfrm>
            <a:off x="521275" y="3866800"/>
            <a:ext cx="1666500" cy="12768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72" name="Google Shape;472;p32"/>
          <p:cNvSpPr txBox="1"/>
          <p:nvPr>
            <p:ph idx="19" type="subTitle"/>
          </p:nvPr>
        </p:nvSpPr>
        <p:spPr>
          <a:xfrm>
            <a:off x="6092100" y="1950763"/>
            <a:ext cx="2942100" cy="643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73" name="Google Shape;473;p32"/>
          <p:cNvSpPr txBox="1"/>
          <p:nvPr>
            <p:ph idx="20" type="subTitle"/>
          </p:nvPr>
        </p:nvSpPr>
        <p:spPr>
          <a:xfrm>
            <a:off x="6092100" y="2595825"/>
            <a:ext cx="2942100" cy="629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74" name="Google Shape;474;p32"/>
          <p:cNvSpPr txBox="1"/>
          <p:nvPr>
            <p:ph idx="21" type="subTitle"/>
          </p:nvPr>
        </p:nvSpPr>
        <p:spPr>
          <a:xfrm>
            <a:off x="6092100" y="3225925"/>
            <a:ext cx="2942100" cy="638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75" name="Google Shape;475;p32"/>
          <p:cNvSpPr txBox="1"/>
          <p:nvPr>
            <p:ph idx="22" type="subTitle"/>
          </p:nvPr>
        </p:nvSpPr>
        <p:spPr>
          <a:xfrm>
            <a:off x="6092100" y="3863525"/>
            <a:ext cx="2942100" cy="6366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76" name="Google Shape;476;p32"/>
          <p:cNvSpPr txBox="1"/>
          <p:nvPr>
            <p:ph idx="23" type="subTitle"/>
          </p:nvPr>
        </p:nvSpPr>
        <p:spPr>
          <a:xfrm>
            <a:off x="6092100" y="4498790"/>
            <a:ext cx="2942100" cy="643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77" name="Google Shape;477;p32"/>
          <p:cNvSpPr txBox="1"/>
          <p:nvPr>
            <p:ph idx="24" type="subTitle"/>
          </p:nvPr>
        </p:nvSpPr>
        <p:spPr>
          <a:xfrm>
            <a:off x="6092100" y="1305550"/>
            <a:ext cx="2942100" cy="643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Milestones">
  <p:cSld name="CUSTOM_7">
    <p:bg>
      <p:bgPr>
        <a:solidFill>
          <a:schemeClr val="lt2"/>
        </a:solidFill>
      </p:bgPr>
    </p:bg>
    <p:spTree>
      <p:nvGrpSpPr>
        <p:cNvPr id="478" name="Shape 478"/>
        <p:cNvGrpSpPr/>
        <p:nvPr/>
      </p:nvGrpSpPr>
      <p:grpSpPr>
        <a:xfrm>
          <a:off x="0" y="0"/>
          <a:ext cx="0" cy="0"/>
          <a:chOff x="0" y="0"/>
          <a:chExt cx="0" cy="0"/>
        </a:xfrm>
      </p:grpSpPr>
      <p:sp>
        <p:nvSpPr>
          <p:cNvPr id="479" name="Google Shape;479;p33"/>
          <p:cNvSpPr txBox="1"/>
          <p:nvPr>
            <p:ph idx="1" type="body"/>
          </p:nvPr>
        </p:nvSpPr>
        <p:spPr>
          <a:xfrm>
            <a:off x="523425" y="3593825"/>
            <a:ext cx="17844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80" name="Google Shape;480;p33"/>
          <p:cNvSpPr txBox="1"/>
          <p:nvPr>
            <p:ph type="title"/>
          </p:nvPr>
        </p:nvSpPr>
        <p:spPr>
          <a:xfrm>
            <a:off x="521250" y="3244950"/>
            <a:ext cx="17865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81" name="Google Shape;481;p33"/>
          <p:cNvSpPr txBox="1"/>
          <p:nvPr>
            <p:ph idx="2" type="body"/>
          </p:nvPr>
        </p:nvSpPr>
        <p:spPr>
          <a:xfrm>
            <a:off x="2679589" y="3593825"/>
            <a:ext cx="19791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482" name="Google Shape;482;p33"/>
          <p:cNvSpPr txBox="1"/>
          <p:nvPr>
            <p:ph idx="3" type="title"/>
          </p:nvPr>
        </p:nvSpPr>
        <p:spPr>
          <a:xfrm>
            <a:off x="2677176" y="3244950"/>
            <a:ext cx="19815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83" name="Google Shape;483;p33"/>
          <p:cNvSpPr txBox="1"/>
          <p:nvPr>
            <p:ph idx="4" type="body"/>
          </p:nvPr>
        </p:nvSpPr>
        <p:spPr>
          <a:xfrm>
            <a:off x="4834747" y="3593825"/>
            <a:ext cx="17823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84" name="Google Shape;484;p33"/>
          <p:cNvSpPr txBox="1"/>
          <p:nvPr>
            <p:ph idx="5" type="title"/>
          </p:nvPr>
        </p:nvSpPr>
        <p:spPr>
          <a:xfrm>
            <a:off x="4832575" y="3244950"/>
            <a:ext cx="17844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85" name="Google Shape;485;p33"/>
          <p:cNvSpPr txBox="1"/>
          <p:nvPr>
            <p:ph idx="6" type="body"/>
          </p:nvPr>
        </p:nvSpPr>
        <p:spPr>
          <a:xfrm>
            <a:off x="6991393" y="3593825"/>
            <a:ext cx="17787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86" name="Google Shape;486;p33"/>
          <p:cNvSpPr txBox="1"/>
          <p:nvPr>
            <p:ph idx="7" type="title"/>
          </p:nvPr>
        </p:nvSpPr>
        <p:spPr>
          <a:xfrm>
            <a:off x="6989225" y="3244950"/>
            <a:ext cx="17808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87" name="Google Shape;487;p33"/>
          <p:cNvSpPr txBox="1"/>
          <p:nvPr>
            <p:ph idx="8" type="title"/>
          </p:nvPr>
        </p:nvSpPr>
        <p:spPr>
          <a:xfrm>
            <a:off x="1237363"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88" name="Google Shape;488;p33"/>
          <p:cNvSpPr txBox="1"/>
          <p:nvPr>
            <p:ph idx="9" type="title"/>
          </p:nvPr>
        </p:nvSpPr>
        <p:spPr>
          <a:xfrm>
            <a:off x="1602388"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9" name="Google Shape;489;p33"/>
          <p:cNvSpPr txBox="1"/>
          <p:nvPr>
            <p:ph idx="13" type="title"/>
          </p:nvPr>
        </p:nvSpPr>
        <p:spPr>
          <a:xfrm>
            <a:off x="5914438"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0" name="Google Shape;490;p33"/>
          <p:cNvSpPr txBox="1"/>
          <p:nvPr>
            <p:ph idx="14" type="title"/>
          </p:nvPr>
        </p:nvSpPr>
        <p:spPr>
          <a:xfrm>
            <a:off x="52017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1" name="Google Shape;491;p33"/>
          <p:cNvSpPr txBox="1"/>
          <p:nvPr>
            <p:ph idx="15" type="title"/>
          </p:nvPr>
        </p:nvSpPr>
        <p:spPr>
          <a:xfrm>
            <a:off x="1953575" y="1756250"/>
            <a:ext cx="7236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2" name="Google Shape;492;p33"/>
          <p:cNvSpPr txBox="1"/>
          <p:nvPr>
            <p:ph idx="16" type="title"/>
          </p:nvPr>
        </p:nvSpPr>
        <p:spPr>
          <a:xfrm>
            <a:off x="2677225" y="1756250"/>
            <a:ext cx="7095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3" name="Google Shape;493;p33"/>
          <p:cNvSpPr txBox="1"/>
          <p:nvPr>
            <p:ph idx="17" type="title"/>
          </p:nvPr>
        </p:nvSpPr>
        <p:spPr>
          <a:xfrm>
            <a:off x="338667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4" name="Google Shape;494;p33"/>
          <p:cNvSpPr txBox="1"/>
          <p:nvPr>
            <p:ph idx="18" type="title"/>
          </p:nvPr>
        </p:nvSpPr>
        <p:spPr>
          <a:xfrm>
            <a:off x="4833800"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5" name="Google Shape;495;p33"/>
          <p:cNvSpPr txBox="1"/>
          <p:nvPr>
            <p:ph idx="19" type="title"/>
          </p:nvPr>
        </p:nvSpPr>
        <p:spPr>
          <a:xfrm>
            <a:off x="554992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6" name="Google Shape;496;p33"/>
          <p:cNvSpPr txBox="1"/>
          <p:nvPr>
            <p:ph idx="20" type="title"/>
          </p:nvPr>
        </p:nvSpPr>
        <p:spPr>
          <a:xfrm>
            <a:off x="6265650" y="1756250"/>
            <a:ext cx="7236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7" name="Google Shape;497;p33"/>
          <p:cNvSpPr txBox="1"/>
          <p:nvPr>
            <p:ph idx="21" type="title"/>
          </p:nvPr>
        </p:nvSpPr>
        <p:spPr>
          <a:xfrm>
            <a:off x="6989250" y="1756250"/>
            <a:ext cx="710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8" name="Google Shape;498;p33"/>
          <p:cNvSpPr txBox="1"/>
          <p:nvPr>
            <p:ph idx="22" type="title"/>
          </p:nvPr>
        </p:nvSpPr>
        <p:spPr>
          <a:xfrm>
            <a:off x="769982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9" name="Google Shape;499;p33"/>
          <p:cNvSpPr txBox="1"/>
          <p:nvPr>
            <p:ph idx="23" type="title"/>
          </p:nvPr>
        </p:nvSpPr>
        <p:spPr>
          <a:xfrm>
            <a:off x="8416525" y="1756250"/>
            <a:ext cx="7284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500" name="Google Shape;500;p33"/>
          <p:cNvSpPr txBox="1"/>
          <p:nvPr>
            <p:ph idx="2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01" name="Google Shape;501;p33"/>
          <p:cNvSpPr txBox="1"/>
          <p:nvPr>
            <p:ph idx="25"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502" name="Google Shape;502;p33"/>
          <p:cNvSpPr txBox="1"/>
          <p:nvPr>
            <p:ph idx="26"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503" name="Google Shape;503;p3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504" name="Google Shape;504;p3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05" name="Google Shape;505;p3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06" name="Google Shape;506;p33"/>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sp>
        <p:nvSpPr>
          <p:cNvPr id="507" name="Google Shape;507;p33"/>
          <p:cNvSpPr txBox="1"/>
          <p:nvPr>
            <p:ph idx="2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508" name="Google Shape;508;p33"/>
          <p:cNvSpPr txBox="1"/>
          <p:nvPr>
            <p:ph idx="2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09" name="Google Shape;509;p33"/>
          <p:cNvSpPr txBox="1"/>
          <p:nvPr>
            <p:ph idx="29" type="title"/>
          </p:nvPr>
        </p:nvSpPr>
        <p:spPr>
          <a:xfrm>
            <a:off x="3760713"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0" name="Google Shape;510;p33"/>
          <p:cNvSpPr txBox="1"/>
          <p:nvPr>
            <p:ph idx="30" type="title"/>
          </p:nvPr>
        </p:nvSpPr>
        <p:spPr>
          <a:xfrm>
            <a:off x="4103475" y="1756250"/>
            <a:ext cx="7311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Milestones - ALT 2">
  <p:cSld name="CUSTOM_7_1">
    <p:bg>
      <p:bgPr>
        <a:solidFill>
          <a:schemeClr val="lt2"/>
        </a:solidFill>
      </p:bgPr>
    </p:bg>
    <p:spTree>
      <p:nvGrpSpPr>
        <p:cNvPr id="511" name="Shape 511"/>
        <p:cNvGrpSpPr/>
        <p:nvPr/>
      </p:nvGrpSpPr>
      <p:grpSpPr>
        <a:xfrm>
          <a:off x="0" y="0"/>
          <a:ext cx="0" cy="0"/>
          <a:chOff x="0" y="0"/>
          <a:chExt cx="0" cy="0"/>
        </a:xfrm>
      </p:grpSpPr>
      <p:sp>
        <p:nvSpPr>
          <p:cNvPr id="512" name="Google Shape;512;p34"/>
          <p:cNvSpPr txBox="1"/>
          <p:nvPr>
            <p:ph type="title"/>
          </p:nvPr>
        </p:nvSpPr>
        <p:spPr>
          <a:xfrm>
            <a:off x="771873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3" name="Google Shape;513;p34"/>
          <p:cNvSpPr txBox="1"/>
          <p:nvPr>
            <p:ph idx="2" type="title"/>
          </p:nvPr>
        </p:nvSpPr>
        <p:spPr>
          <a:xfrm>
            <a:off x="8433150"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4" name="Google Shape;514;p34"/>
          <p:cNvSpPr txBox="1"/>
          <p:nvPr>
            <p:ph idx="3" type="title"/>
          </p:nvPr>
        </p:nvSpPr>
        <p:spPr>
          <a:xfrm>
            <a:off x="4860825"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5" name="Google Shape;515;p34"/>
          <p:cNvSpPr txBox="1"/>
          <p:nvPr>
            <p:ph idx="4" type="title"/>
          </p:nvPr>
        </p:nvSpPr>
        <p:spPr>
          <a:xfrm>
            <a:off x="557523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6" name="Google Shape;516;p34"/>
          <p:cNvSpPr txBox="1"/>
          <p:nvPr>
            <p:ph idx="5" type="title"/>
          </p:nvPr>
        </p:nvSpPr>
        <p:spPr>
          <a:xfrm>
            <a:off x="628968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7" name="Google Shape;517;p34"/>
          <p:cNvSpPr txBox="1"/>
          <p:nvPr>
            <p:ph idx="6" type="title"/>
          </p:nvPr>
        </p:nvSpPr>
        <p:spPr>
          <a:xfrm>
            <a:off x="7004100"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8" name="Google Shape;518;p34"/>
          <p:cNvSpPr txBox="1"/>
          <p:nvPr>
            <p:ph idx="7" type="title"/>
          </p:nvPr>
        </p:nvSpPr>
        <p:spPr>
          <a:xfrm>
            <a:off x="2709475" y="1307850"/>
            <a:ext cx="806700" cy="437700"/>
          </a:xfrm>
          <a:prstGeom prst="rect">
            <a:avLst/>
          </a:prstGeom>
        </p:spPr>
        <p:txBody>
          <a:bodyPr anchorCtr="0" anchor="ctr" bIns="91425" lIns="137150"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519" name="Google Shape;519;p34"/>
          <p:cNvSpPr txBox="1"/>
          <p:nvPr>
            <p:ph idx="8" type="title"/>
          </p:nvPr>
        </p:nvSpPr>
        <p:spPr>
          <a:xfrm>
            <a:off x="3516175" y="1307575"/>
            <a:ext cx="1344600" cy="438000"/>
          </a:xfrm>
          <a:prstGeom prst="rect">
            <a:avLst/>
          </a:prstGeom>
        </p:spPr>
        <p:txBody>
          <a:bodyPr anchorCtr="0" anchor="ctr" bIns="91425" lIns="137150"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520" name="Google Shape;520;p3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21" name="Google Shape;521;p34"/>
          <p:cNvSpPr txBox="1"/>
          <p:nvPr>
            <p:ph idx="9"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522" name="Google Shape;522;p34"/>
          <p:cNvSpPr txBox="1"/>
          <p:nvPr>
            <p:ph idx="13"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523" name="Google Shape;523;p3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524" name="Google Shape;524;p3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25" name="Google Shape;525;p3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526" name="Google Shape;526;p34"/>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527" name="Google Shape;527;p34"/>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28" name="Google Shape;528;p34"/>
          <p:cNvSpPr/>
          <p:nvPr/>
        </p:nvSpPr>
        <p:spPr>
          <a:xfrm rot="-5400000">
            <a:off x="1615375" y="2839725"/>
            <a:ext cx="2994900" cy="8067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529" name="Google Shape;529;p34"/>
          <p:cNvSpPr/>
          <p:nvPr>
            <p:ph idx="16" type="pic"/>
          </p:nvPr>
        </p:nvSpPr>
        <p:spPr>
          <a:xfrm>
            <a:off x="2874250" y="1809100"/>
            <a:ext cx="205200" cy="205200"/>
          </a:xfrm>
          <a:prstGeom prst="ellipse">
            <a:avLst/>
          </a:prstGeom>
          <a:noFill/>
          <a:ln>
            <a:noFill/>
          </a:ln>
        </p:spPr>
      </p:sp>
      <p:sp>
        <p:nvSpPr>
          <p:cNvPr id="530" name="Google Shape;530;p34"/>
          <p:cNvSpPr txBox="1"/>
          <p:nvPr>
            <p:ph idx="17" type="title"/>
          </p:nvPr>
        </p:nvSpPr>
        <p:spPr>
          <a:xfrm>
            <a:off x="521250" y="17457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531" name="Google Shape;531;p34"/>
          <p:cNvSpPr txBox="1"/>
          <p:nvPr>
            <p:ph idx="18" type="title"/>
          </p:nvPr>
        </p:nvSpPr>
        <p:spPr>
          <a:xfrm>
            <a:off x="521250" y="20785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2" name="Google Shape;532;p34"/>
          <p:cNvSpPr txBox="1"/>
          <p:nvPr>
            <p:ph idx="19" type="title"/>
          </p:nvPr>
        </p:nvSpPr>
        <p:spPr>
          <a:xfrm>
            <a:off x="521250" y="241136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3" name="Google Shape;533;p34"/>
          <p:cNvSpPr txBox="1"/>
          <p:nvPr>
            <p:ph idx="20" type="title"/>
          </p:nvPr>
        </p:nvSpPr>
        <p:spPr>
          <a:xfrm>
            <a:off x="521250" y="274416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4" name="Google Shape;534;p34"/>
          <p:cNvSpPr txBox="1"/>
          <p:nvPr>
            <p:ph idx="21" type="title"/>
          </p:nvPr>
        </p:nvSpPr>
        <p:spPr>
          <a:xfrm>
            <a:off x="521250" y="30785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535" name="Google Shape;535;p34"/>
          <p:cNvSpPr txBox="1"/>
          <p:nvPr>
            <p:ph idx="22" type="title"/>
          </p:nvPr>
        </p:nvSpPr>
        <p:spPr>
          <a:xfrm>
            <a:off x="521250" y="340972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6" name="Google Shape;536;p34"/>
          <p:cNvSpPr txBox="1"/>
          <p:nvPr>
            <p:ph idx="23" type="title"/>
          </p:nvPr>
        </p:nvSpPr>
        <p:spPr>
          <a:xfrm>
            <a:off x="521250" y="374251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7" name="Google Shape;537;p34"/>
          <p:cNvSpPr txBox="1"/>
          <p:nvPr>
            <p:ph idx="24" type="title"/>
          </p:nvPr>
        </p:nvSpPr>
        <p:spPr>
          <a:xfrm>
            <a:off x="521250" y="407531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8" name="Google Shape;538;p34"/>
          <p:cNvSpPr txBox="1"/>
          <p:nvPr>
            <p:ph idx="25" type="title"/>
          </p:nvPr>
        </p:nvSpPr>
        <p:spPr>
          <a:xfrm>
            <a:off x="521250" y="440812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539" name="Google Shape;539;p34"/>
          <p:cNvSpPr/>
          <p:nvPr>
            <p:ph idx="26" type="pic"/>
          </p:nvPr>
        </p:nvSpPr>
        <p:spPr>
          <a:xfrm>
            <a:off x="3146200" y="1809100"/>
            <a:ext cx="205200" cy="205200"/>
          </a:xfrm>
          <a:prstGeom prst="ellipse">
            <a:avLst/>
          </a:prstGeom>
          <a:noFill/>
          <a:ln>
            <a:noFill/>
          </a:ln>
        </p:spPr>
      </p:sp>
      <p:sp>
        <p:nvSpPr>
          <p:cNvPr id="540" name="Google Shape;540;p34"/>
          <p:cNvSpPr/>
          <p:nvPr>
            <p:ph idx="27" type="pic"/>
          </p:nvPr>
        </p:nvSpPr>
        <p:spPr>
          <a:xfrm>
            <a:off x="2874250" y="2139875"/>
            <a:ext cx="205200" cy="205200"/>
          </a:xfrm>
          <a:prstGeom prst="ellipse">
            <a:avLst/>
          </a:prstGeom>
          <a:noFill/>
          <a:ln>
            <a:noFill/>
          </a:ln>
        </p:spPr>
      </p:sp>
      <p:sp>
        <p:nvSpPr>
          <p:cNvPr id="541" name="Google Shape;541;p34"/>
          <p:cNvSpPr/>
          <p:nvPr>
            <p:ph idx="28" type="pic"/>
          </p:nvPr>
        </p:nvSpPr>
        <p:spPr>
          <a:xfrm>
            <a:off x="3146200" y="2139875"/>
            <a:ext cx="205200" cy="205200"/>
          </a:xfrm>
          <a:prstGeom prst="ellipse">
            <a:avLst/>
          </a:prstGeom>
          <a:noFill/>
          <a:ln>
            <a:noFill/>
          </a:ln>
        </p:spPr>
      </p:sp>
      <p:sp>
        <p:nvSpPr>
          <p:cNvPr id="542" name="Google Shape;542;p34"/>
          <p:cNvSpPr/>
          <p:nvPr>
            <p:ph idx="29" type="pic"/>
          </p:nvPr>
        </p:nvSpPr>
        <p:spPr>
          <a:xfrm>
            <a:off x="2874250" y="2470650"/>
            <a:ext cx="205200" cy="205200"/>
          </a:xfrm>
          <a:prstGeom prst="ellipse">
            <a:avLst/>
          </a:prstGeom>
          <a:noFill/>
          <a:ln>
            <a:noFill/>
          </a:ln>
        </p:spPr>
      </p:sp>
      <p:sp>
        <p:nvSpPr>
          <p:cNvPr id="543" name="Google Shape;543;p34"/>
          <p:cNvSpPr/>
          <p:nvPr>
            <p:ph idx="30" type="pic"/>
          </p:nvPr>
        </p:nvSpPr>
        <p:spPr>
          <a:xfrm>
            <a:off x="2874250" y="2785775"/>
            <a:ext cx="205200" cy="205200"/>
          </a:xfrm>
          <a:prstGeom prst="ellipse">
            <a:avLst/>
          </a:prstGeom>
          <a:noFill/>
          <a:ln>
            <a:noFill/>
          </a:ln>
        </p:spPr>
      </p:sp>
      <p:sp>
        <p:nvSpPr>
          <p:cNvPr id="544" name="Google Shape;544;p34"/>
          <p:cNvSpPr/>
          <p:nvPr>
            <p:ph idx="31" type="pic"/>
          </p:nvPr>
        </p:nvSpPr>
        <p:spPr>
          <a:xfrm>
            <a:off x="2874250" y="3140725"/>
            <a:ext cx="205200" cy="205200"/>
          </a:xfrm>
          <a:prstGeom prst="ellipse">
            <a:avLst/>
          </a:prstGeom>
          <a:noFill/>
          <a:ln>
            <a:noFill/>
          </a:ln>
        </p:spPr>
      </p:sp>
      <p:sp>
        <p:nvSpPr>
          <p:cNvPr id="545" name="Google Shape;545;p34"/>
          <p:cNvSpPr/>
          <p:nvPr>
            <p:ph idx="32" type="pic"/>
          </p:nvPr>
        </p:nvSpPr>
        <p:spPr>
          <a:xfrm>
            <a:off x="3146200" y="3140725"/>
            <a:ext cx="205200" cy="205200"/>
          </a:xfrm>
          <a:prstGeom prst="ellipse">
            <a:avLst/>
          </a:prstGeom>
          <a:noFill/>
          <a:ln>
            <a:noFill/>
          </a:ln>
        </p:spPr>
      </p:sp>
      <p:sp>
        <p:nvSpPr>
          <p:cNvPr id="546" name="Google Shape;546;p34"/>
          <p:cNvSpPr/>
          <p:nvPr>
            <p:ph idx="33" type="pic"/>
          </p:nvPr>
        </p:nvSpPr>
        <p:spPr>
          <a:xfrm>
            <a:off x="2874250" y="3468663"/>
            <a:ext cx="205200" cy="205200"/>
          </a:xfrm>
          <a:prstGeom prst="ellipse">
            <a:avLst/>
          </a:prstGeom>
          <a:noFill/>
          <a:ln>
            <a:noFill/>
          </a:ln>
        </p:spPr>
      </p:sp>
      <p:sp>
        <p:nvSpPr>
          <p:cNvPr id="547" name="Google Shape;547;p34"/>
          <p:cNvSpPr/>
          <p:nvPr>
            <p:ph idx="34" type="pic"/>
          </p:nvPr>
        </p:nvSpPr>
        <p:spPr>
          <a:xfrm>
            <a:off x="2874250" y="3806350"/>
            <a:ext cx="205200" cy="205200"/>
          </a:xfrm>
          <a:prstGeom prst="ellipse">
            <a:avLst/>
          </a:prstGeom>
          <a:noFill/>
          <a:ln>
            <a:noFill/>
          </a:ln>
        </p:spPr>
      </p:sp>
      <p:sp>
        <p:nvSpPr>
          <p:cNvPr id="548" name="Google Shape;548;p34"/>
          <p:cNvSpPr/>
          <p:nvPr>
            <p:ph idx="35" type="pic"/>
          </p:nvPr>
        </p:nvSpPr>
        <p:spPr>
          <a:xfrm>
            <a:off x="3146200" y="3806350"/>
            <a:ext cx="205200" cy="205200"/>
          </a:xfrm>
          <a:prstGeom prst="ellipse">
            <a:avLst/>
          </a:prstGeom>
          <a:noFill/>
          <a:ln>
            <a:noFill/>
          </a:ln>
        </p:spPr>
      </p:sp>
      <p:sp>
        <p:nvSpPr>
          <p:cNvPr id="549" name="Google Shape;549;p34"/>
          <p:cNvSpPr/>
          <p:nvPr>
            <p:ph idx="36" type="pic"/>
          </p:nvPr>
        </p:nvSpPr>
        <p:spPr>
          <a:xfrm>
            <a:off x="2874250" y="4134025"/>
            <a:ext cx="205200" cy="205200"/>
          </a:xfrm>
          <a:prstGeom prst="ellipse">
            <a:avLst/>
          </a:prstGeom>
          <a:noFill/>
          <a:ln>
            <a:noFill/>
          </a:ln>
        </p:spPr>
      </p:sp>
      <p:sp>
        <p:nvSpPr>
          <p:cNvPr id="550" name="Google Shape;550;p34"/>
          <p:cNvSpPr/>
          <p:nvPr>
            <p:ph idx="37" type="pic"/>
          </p:nvPr>
        </p:nvSpPr>
        <p:spPr>
          <a:xfrm>
            <a:off x="2874250" y="4471963"/>
            <a:ext cx="205200" cy="205200"/>
          </a:xfrm>
          <a:prstGeom prst="ellipse">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3">
  <p:cSld name="BLANK_1_1_1_1_1_1_1_1_1_1_1_2_1">
    <p:bg>
      <p:bgPr>
        <a:solidFill>
          <a:schemeClr val="dk2"/>
        </a:solidFill>
      </p:bgPr>
    </p:bg>
    <p:spTree>
      <p:nvGrpSpPr>
        <p:cNvPr id="551" name="Shape 551"/>
        <p:cNvGrpSpPr/>
        <p:nvPr/>
      </p:nvGrpSpPr>
      <p:grpSpPr>
        <a:xfrm>
          <a:off x="0" y="0"/>
          <a:ext cx="0" cy="0"/>
          <a:chOff x="0" y="0"/>
          <a:chExt cx="0" cy="0"/>
        </a:xfrm>
      </p:grpSpPr>
      <p:sp>
        <p:nvSpPr>
          <p:cNvPr id="552" name="Google Shape;552;p35"/>
          <p:cNvSpPr txBox="1"/>
          <p:nvPr>
            <p:ph type="title"/>
          </p:nvPr>
        </p:nvSpPr>
        <p:spPr>
          <a:xfrm>
            <a:off x="2952000" y="2343725"/>
            <a:ext cx="391800" cy="382800"/>
          </a:xfrm>
          <a:prstGeom prst="rect">
            <a:avLst/>
          </a:prstGeom>
          <a:solidFill>
            <a:schemeClr val="accent3"/>
          </a:solidFill>
        </p:spPr>
        <p:txBody>
          <a:bodyPr anchorCtr="0" anchor="ctr" bIns="0" lIns="91425" spcFirstLastPara="1" rIns="91425" wrap="square" tIns="0">
            <a:normAutofit/>
          </a:bodyPr>
          <a:lstStyle>
            <a:lvl1pPr lvl="0"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53" name="Google Shape;553;p35"/>
          <p:cNvSpPr txBox="1"/>
          <p:nvPr>
            <p:ph idx="2" type="title"/>
          </p:nvPr>
        </p:nvSpPr>
        <p:spPr>
          <a:xfrm>
            <a:off x="1042650" y="2343725"/>
            <a:ext cx="391800" cy="382800"/>
          </a:xfrm>
          <a:prstGeom prst="rect">
            <a:avLst/>
          </a:prstGeom>
          <a:solidFill>
            <a:schemeClr val="accent3"/>
          </a:solidFill>
        </p:spPr>
        <p:txBody>
          <a:bodyPr anchorCtr="0" anchor="ctr" bIns="0" lIns="91425" spcFirstLastPara="1" rIns="91425" wrap="square" tIns="0">
            <a:normAutofit/>
          </a:bodyPr>
          <a:lstStyle>
            <a:lvl1pPr lvl="0" algn="ctr">
              <a:lnSpc>
                <a:spcPct val="100000"/>
              </a:lnSpc>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54" name="Google Shape;554;p35"/>
          <p:cNvSpPr txBox="1"/>
          <p:nvPr>
            <p:ph idx="3" type="title"/>
          </p:nvPr>
        </p:nvSpPr>
        <p:spPr>
          <a:xfrm>
            <a:off x="4867800" y="2343725"/>
            <a:ext cx="391800" cy="382800"/>
          </a:xfrm>
          <a:prstGeom prst="rect">
            <a:avLst/>
          </a:prstGeom>
          <a:solidFill>
            <a:schemeClr val="accent3"/>
          </a:solidFill>
        </p:spPr>
        <p:txBody>
          <a:bodyPr anchorCtr="0" anchor="ctr" bIns="0" lIns="91425" spcFirstLastPara="1" rIns="91425" wrap="square" tIns="0">
            <a:normAutofit/>
          </a:bodyPr>
          <a:lstStyle>
            <a:lvl1pPr lvl="0" algn="ctr">
              <a:lnSpc>
                <a:spcPct val="100000"/>
              </a:lnSpc>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55" name="Google Shape;555;p35"/>
          <p:cNvSpPr txBox="1"/>
          <p:nvPr>
            <p:ph idx="4" type="title"/>
          </p:nvPr>
        </p:nvSpPr>
        <p:spPr>
          <a:xfrm>
            <a:off x="6772025" y="2343725"/>
            <a:ext cx="391800" cy="382800"/>
          </a:xfrm>
          <a:prstGeom prst="rect">
            <a:avLst/>
          </a:prstGeom>
          <a:solidFill>
            <a:schemeClr val="accent3"/>
          </a:solidFill>
        </p:spPr>
        <p:txBody>
          <a:bodyPr anchorCtr="0" anchor="ctr" bIns="0" lIns="91425" spcFirstLastPara="1" rIns="91425" wrap="square" tIns="0">
            <a:normAutofit/>
          </a:bodyPr>
          <a:lstStyle>
            <a:lvl1pPr lvl="0"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56" name="Google Shape;556;p35"/>
          <p:cNvSpPr txBox="1"/>
          <p:nvPr>
            <p:ph idx="1" type="subTitle"/>
          </p:nvPr>
        </p:nvSpPr>
        <p:spPr>
          <a:xfrm>
            <a:off x="295143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57" name="Google Shape;557;p35"/>
          <p:cNvSpPr txBox="1"/>
          <p:nvPr>
            <p:ph idx="5" type="body"/>
          </p:nvPr>
        </p:nvSpPr>
        <p:spPr>
          <a:xfrm>
            <a:off x="295365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58" name="Google Shape;558;p35"/>
          <p:cNvSpPr txBox="1"/>
          <p:nvPr>
            <p:ph idx="6" type="subTitle"/>
          </p:nvPr>
        </p:nvSpPr>
        <p:spPr>
          <a:xfrm>
            <a:off x="104208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59" name="Google Shape;559;p35"/>
          <p:cNvSpPr txBox="1"/>
          <p:nvPr>
            <p:ph idx="7" type="subTitle"/>
          </p:nvPr>
        </p:nvSpPr>
        <p:spPr>
          <a:xfrm>
            <a:off x="486723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60" name="Google Shape;560;p35"/>
          <p:cNvSpPr txBox="1"/>
          <p:nvPr>
            <p:ph idx="8" type="body"/>
          </p:nvPr>
        </p:nvSpPr>
        <p:spPr>
          <a:xfrm>
            <a:off x="104430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61" name="Google Shape;561;p35"/>
          <p:cNvSpPr txBox="1"/>
          <p:nvPr>
            <p:ph idx="9" type="body"/>
          </p:nvPr>
        </p:nvSpPr>
        <p:spPr>
          <a:xfrm>
            <a:off x="486945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62" name="Google Shape;562;p35"/>
          <p:cNvSpPr txBox="1"/>
          <p:nvPr>
            <p:ph idx="13" type="subTitle"/>
          </p:nvPr>
        </p:nvSpPr>
        <p:spPr>
          <a:xfrm>
            <a:off x="6771474" y="2726250"/>
            <a:ext cx="18468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63" name="Google Shape;563;p35"/>
          <p:cNvSpPr txBox="1"/>
          <p:nvPr>
            <p:ph idx="14" type="body"/>
          </p:nvPr>
        </p:nvSpPr>
        <p:spPr>
          <a:xfrm>
            <a:off x="6773613" y="3368600"/>
            <a:ext cx="18468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64" name="Google Shape;564;p35"/>
          <p:cNvSpPr txBox="1"/>
          <p:nvPr>
            <p:ph idx="15" type="subTitle"/>
          </p:nvPr>
        </p:nvSpPr>
        <p:spPr>
          <a:xfrm>
            <a:off x="1041050" y="334925"/>
            <a:ext cx="57261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565" name="Google Shape;565;p35"/>
          <p:cNvSpPr txBox="1"/>
          <p:nvPr>
            <p:ph idx="16"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566" name="Google Shape;566;p35"/>
          <p:cNvSpPr txBox="1"/>
          <p:nvPr>
            <p:ph idx="17"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567" name="Google Shape;567;p35"/>
          <p:cNvSpPr txBox="1"/>
          <p:nvPr>
            <p:ph idx="1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568" name="Google Shape;568;p35"/>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sp>
        <p:nvSpPr>
          <p:cNvPr id="569" name="Google Shape;569;p35"/>
          <p:cNvSpPr txBox="1"/>
          <p:nvPr>
            <p:ph idx="19" type="title"/>
          </p:nvPr>
        </p:nvSpPr>
        <p:spPr>
          <a:xfrm flipH="1">
            <a:off x="1046200" y="772500"/>
            <a:ext cx="5726100" cy="15711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2400"/>
              <a:buNone/>
              <a:defRPr sz="2400">
                <a:solidFill>
                  <a:schemeClr val="dk1"/>
                </a:solidFill>
              </a:defRPr>
            </a:lvl2pPr>
            <a:lvl3pPr lvl="2">
              <a:lnSpc>
                <a:spcPct val="80000"/>
              </a:lnSpc>
              <a:spcBef>
                <a:spcPts val="0"/>
              </a:spcBef>
              <a:spcAft>
                <a:spcPts val="0"/>
              </a:spcAft>
              <a:buClr>
                <a:schemeClr val="dk1"/>
              </a:buClr>
              <a:buSzPts val="2400"/>
              <a:buNone/>
              <a:defRPr sz="2400">
                <a:solidFill>
                  <a:schemeClr val="dk1"/>
                </a:solidFill>
              </a:defRPr>
            </a:lvl3pPr>
            <a:lvl4pPr lvl="3">
              <a:lnSpc>
                <a:spcPct val="80000"/>
              </a:lnSpc>
              <a:spcBef>
                <a:spcPts val="0"/>
              </a:spcBef>
              <a:spcAft>
                <a:spcPts val="0"/>
              </a:spcAft>
              <a:buClr>
                <a:schemeClr val="dk1"/>
              </a:buClr>
              <a:buSzPts val="2400"/>
              <a:buNone/>
              <a:defRPr sz="2400">
                <a:solidFill>
                  <a:schemeClr val="dk1"/>
                </a:solidFill>
              </a:defRPr>
            </a:lvl4pPr>
            <a:lvl5pPr lvl="4">
              <a:lnSpc>
                <a:spcPct val="80000"/>
              </a:lnSpc>
              <a:spcBef>
                <a:spcPts val="0"/>
              </a:spcBef>
              <a:spcAft>
                <a:spcPts val="0"/>
              </a:spcAft>
              <a:buClr>
                <a:schemeClr val="dk1"/>
              </a:buClr>
              <a:buSzPts val="2400"/>
              <a:buNone/>
              <a:defRPr sz="2400">
                <a:solidFill>
                  <a:schemeClr val="dk1"/>
                </a:solidFill>
              </a:defRPr>
            </a:lvl5pPr>
            <a:lvl6pPr lvl="5">
              <a:lnSpc>
                <a:spcPct val="80000"/>
              </a:lnSpc>
              <a:spcBef>
                <a:spcPts val="0"/>
              </a:spcBef>
              <a:spcAft>
                <a:spcPts val="0"/>
              </a:spcAft>
              <a:buClr>
                <a:schemeClr val="dk1"/>
              </a:buClr>
              <a:buSzPts val="2400"/>
              <a:buNone/>
              <a:defRPr sz="2400">
                <a:solidFill>
                  <a:schemeClr val="dk1"/>
                </a:solidFill>
              </a:defRPr>
            </a:lvl6pPr>
            <a:lvl7pPr lvl="6">
              <a:lnSpc>
                <a:spcPct val="80000"/>
              </a:lnSpc>
              <a:spcBef>
                <a:spcPts val="0"/>
              </a:spcBef>
              <a:spcAft>
                <a:spcPts val="0"/>
              </a:spcAft>
              <a:buClr>
                <a:schemeClr val="dk1"/>
              </a:buClr>
              <a:buSzPts val="2400"/>
              <a:buNone/>
              <a:defRPr sz="2400">
                <a:solidFill>
                  <a:schemeClr val="dk1"/>
                </a:solidFill>
              </a:defRPr>
            </a:lvl7pPr>
            <a:lvl8pPr lvl="7">
              <a:lnSpc>
                <a:spcPct val="80000"/>
              </a:lnSpc>
              <a:spcBef>
                <a:spcPts val="0"/>
              </a:spcBef>
              <a:spcAft>
                <a:spcPts val="0"/>
              </a:spcAft>
              <a:buClr>
                <a:schemeClr val="dk1"/>
              </a:buClr>
              <a:buSzPts val="2400"/>
              <a:buNone/>
              <a:defRPr sz="2400">
                <a:solidFill>
                  <a:schemeClr val="dk1"/>
                </a:solidFill>
              </a:defRPr>
            </a:lvl8pPr>
            <a:lvl9pPr lvl="8">
              <a:lnSpc>
                <a:spcPct val="80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ing slide">
  <p:cSld name="CUSTOM_8">
    <p:bg>
      <p:bgPr>
        <a:solidFill>
          <a:schemeClr val="lt2"/>
        </a:solidFill>
      </p:bgPr>
    </p:bg>
    <p:spTree>
      <p:nvGrpSpPr>
        <p:cNvPr id="570" name="Shape 570"/>
        <p:cNvGrpSpPr/>
        <p:nvPr/>
      </p:nvGrpSpPr>
      <p:grpSpPr>
        <a:xfrm>
          <a:off x="0" y="0"/>
          <a:ext cx="0" cy="0"/>
          <a:chOff x="0" y="0"/>
          <a:chExt cx="0" cy="0"/>
        </a:xfrm>
      </p:grpSpPr>
      <p:cxnSp>
        <p:nvCxnSpPr>
          <p:cNvPr id="571" name="Google Shape;571;p36"/>
          <p:cNvCxnSpPr/>
          <p:nvPr/>
        </p:nvCxnSpPr>
        <p:spPr>
          <a:xfrm rot="10800000">
            <a:off x="1040500" y="3903425"/>
            <a:ext cx="7582200" cy="0"/>
          </a:xfrm>
          <a:prstGeom prst="straightConnector1">
            <a:avLst/>
          </a:prstGeom>
          <a:noFill/>
          <a:ln cap="flat" cmpd="sng" w="9525">
            <a:solidFill>
              <a:schemeClr val="lt1"/>
            </a:solidFill>
            <a:prstDash val="solid"/>
            <a:round/>
            <a:headEnd len="sm" w="sm" type="none"/>
            <a:tailEnd len="sm" w="sm" type="none"/>
          </a:ln>
        </p:spPr>
      </p:cxnSp>
      <p:sp>
        <p:nvSpPr>
          <p:cNvPr id="572" name="Google Shape;572;p36"/>
          <p:cNvSpPr txBox="1"/>
          <p:nvPr>
            <p:ph idx="1"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SzPts val="800"/>
              <a:buFont typeface="Inter"/>
              <a:buNone/>
              <a:defRPr sz="800"/>
            </a:lvl1pPr>
            <a:lvl2pPr lvl="1">
              <a:spcBef>
                <a:spcPts val="0"/>
              </a:spcBef>
              <a:spcAft>
                <a:spcPts val="0"/>
              </a:spcAft>
              <a:buSzPts val="800"/>
              <a:buFont typeface="Inter"/>
              <a:buNone/>
              <a:defRPr sz="800"/>
            </a:lvl2pPr>
            <a:lvl3pPr lvl="2">
              <a:spcBef>
                <a:spcPts val="0"/>
              </a:spcBef>
              <a:spcAft>
                <a:spcPts val="0"/>
              </a:spcAft>
              <a:buSzPts val="800"/>
              <a:buFont typeface="Inter"/>
              <a:buNone/>
              <a:defRPr sz="800"/>
            </a:lvl3pPr>
            <a:lvl4pPr lvl="3">
              <a:spcBef>
                <a:spcPts val="0"/>
              </a:spcBef>
              <a:spcAft>
                <a:spcPts val="0"/>
              </a:spcAft>
              <a:buSzPts val="800"/>
              <a:buFont typeface="Inter"/>
              <a:buNone/>
              <a:defRPr sz="800"/>
            </a:lvl4pPr>
            <a:lvl5pPr lvl="4">
              <a:spcBef>
                <a:spcPts val="0"/>
              </a:spcBef>
              <a:spcAft>
                <a:spcPts val="0"/>
              </a:spcAft>
              <a:buSzPts val="800"/>
              <a:buFont typeface="Inter"/>
              <a:buNone/>
              <a:defRPr sz="800"/>
            </a:lvl5pPr>
            <a:lvl6pPr lvl="5">
              <a:spcBef>
                <a:spcPts val="0"/>
              </a:spcBef>
              <a:spcAft>
                <a:spcPts val="0"/>
              </a:spcAft>
              <a:buSzPts val="800"/>
              <a:buFont typeface="Inter"/>
              <a:buNone/>
              <a:defRPr sz="800"/>
            </a:lvl6pPr>
            <a:lvl7pPr lvl="6">
              <a:spcBef>
                <a:spcPts val="0"/>
              </a:spcBef>
              <a:spcAft>
                <a:spcPts val="0"/>
              </a:spcAft>
              <a:buSzPts val="800"/>
              <a:buFont typeface="Inter"/>
              <a:buNone/>
              <a:defRPr sz="800"/>
            </a:lvl7pPr>
            <a:lvl8pPr lvl="7">
              <a:spcBef>
                <a:spcPts val="0"/>
              </a:spcBef>
              <a:spcAft>
                <a:spcPts val="0"/>
              </a:spcAft>
              <a:buSzPts val="800"/>
              <a:buFont typeface="Inter"/>
              <a:buNone/>
              <a:defRPr sz="800"/>
            </a:lvl8pPr>
            <a:lvl9pPr lvl="8">
              <a:spcBef>
                <a:spcPts val="0"/>
              </a:spcBef>
              <a:spcAft>
                <a:spcPts val="0"/>
              </a:spcAft>
              <a:buSzPts val="800"/>
              <a:buFont typeface="Inter"/>
              <a:buNone/>
              <a:defRPr sz="800"/>
            </a:lvl9pPr>
          </a:lstStyle>
          <a:p/>
        </p:txBody>
      </p:sp>
      <p:sp>
        <p:nvSpPr>
          <p:cNvPr id="573" name="Google Shape;573;p36"/>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sp>
        <p:nvSpPr>
          <p:cNvPr id="574" name="Google Shape;574;p36"/>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cxnSp>
        <p:nvCxnSpPr>
          <p:cNvPr id="575" name="Google Shape;575;p3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76" name="Google Shape;576;p3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77" name="Google Shape;577;p36"/>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578" name="Google Shape;578;p36"/>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579" name="Google Shape;579;p3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580" name="Google Shape;580;p36"/>
          <p:cNvSpPr txBox="1"/>
          <p:nvPr>
            <p:ph idx="4" type="body"/>
          </p:nvPr>
        </p:nvSpPr>
        <p:spPr>
          <a:xfrm>
            <a:off x="1821800" y="3903425"/>
            <a:ext cx="4167900" cy="779700"/>
          </a:xfrm>
          <a:prstGeom prst="rect">
            <a:avLst/>
          </a:prstGeom>
        </p:spPr>
        <p:txBody>
          <a:bodyPr anchorCtr="0" anchor="ctr" bIns="0" lIns="274300" spcFirstLastPara="1" rIns="182875" wrap="square" tIns="0">
            <a:norm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cxnSp>
        <p:nvCxnSpPr>
          <p:cNvPr id="581" name="Google Shape;581;p36"/>
          <p:cNvCxnSpPr/>
          <p:nvPr/>
        </p:nvCxnSpPr>
        <p:spPr>
          <a:xfrm rot="10800000">
            <a:off x="1040500" y="4683125"/>
            <a:ext cx="7582200" cy="0"/>
          </a:xfrm>
          <a:prstGeom prst="straightConnector1">
            <a:avLst/>
          </a:prstGeom>
          <a:noFill/>
          <a:ln cap="flat" cmpd="sng" w="9525">
            <a:solidFill>
              <a:schemeClr val="lt1"/>
            </a:solidFill>
            <a:prstDash val="solid"/>
            <a:round/>
            <a:headEnd len="sm" w="sm" type="none"/>
            <a:tailEnd len="sm" w="sm" type="none"/>
          </a:ln>
        </p:spPr>
      </p:cxnSp>
      <p:sp>
        <p:nvSpPr>
          <p:cNvPr id="582" name="Google Shape;582;p36"/>
          <p:cNvSpPr/>
          <p:nvPr>
            <p:ph idx="5" type="pic"/>
          </p:nvPr>
        </p:nvSpPr>
        <p:spPr>
          <a:xfrm>
            <a:off x="1046150" y="3907375"/>
            <a:ext cx="771600" cy="771600"/>
          </a:xfrm>
          <a:prstGeom prst="rect">
            <a:avLst/>
          </a:prstGeom>
          <a:noFill/>
          <a:ln>
            <a:noFill/>
          </a:ln>
        </p:spPr>
      </p:sp>
      <p:sp>
        <p:nvSpPr>
          <p:cNvPr id="583" name="Google Shape;583;p36"/>
          <p:cNvSpPr txBox="1"/>
          <p:nvPr>
            <p:ph type="title"/>
          </p:nvPr>
        </p:nvSpPr>
        <p:spPr>
          <a:xfrm flipH="1">
            <a:off x="1046200" y="722375"/>
            <a:ext cx="5726100" cy="15711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SzPts val="5500"/>
              <a:buFont typeface="Gowun Batang"/>
              <a:buNone/>
              <a:defRPr sz="5500"/>
            </a:lvl1pPr>
            <a:lvl2pPr lvl="1">
              <a:lnSpc>
                <a:spcPct val="80000"/>
              </a:lnSpc>
              <a:spcBef>
                <a:spcPts val="0"/>
              </a:spcBef>
              <a:spcAft>
                <a:spcPts val="0"/>
              </a:spcAft>
              <a:buSzPts val="5500"/>
              <a:buNone/>
              <a:defRPr sz="5500"/>
            </a:lvl2pPr>
            <a:lvl3pPr lvl="2">
              <a:lnSpc>
                <a:spcPct val="80000"/>
              </a:lnSpc>
              <a:spcBef>
                <a:spcPts val="0"/>
              </a:spcBef>
              <a:spcAft>
                <a:spcPts val="0"/>
              </a:spcAft>
              <a:buSzPts val="5500"/>
              <a:buNone/>
              <a:defRPr sz="5500"/>
            </a:lvl3pPr>
            <a:lvl4pPr lvl="3">
              <a:lnSpc>
                <a:spcPct val="80000"/>
              </a:lnSpc>
              <a:spcBef>
                <a:spcPts val="0"/>
              </a:spcBef>
              <a:spcAft>
                <a:spcPts val="0"/>
              </a:spcAft>
              <a:buSzPts val="5500"/>
              <a:buNone/>
              <a:defRPr sz="5500"/>
            </a:lvl4pPr>
            <a:lvl5pPr lvl="4">
              <a:lnSpc>
                <a:spcPct val="80000"/>
              </a:lnSpc>
              <a:spcBef>
                <a:spcPts val="0"/>
              </a:spcBef>
              <a:spcAft>
                <a:spcPts val="0"/>
              </a:spcAft>
              <a:buSzPts val="5500"/>
              <a:buNone/>
              <a:defRPr sz="5500"/>
            </a:lvl5pPr>
            <a:lvl6pPr lvl="5">
              <a:lnSpc>
                <a:spcPct val="80000"/>
              </a:lnSpc>
              <a:spcBef>
                <a:spcPts val="0"/>
              </a:spcBef>
              <a:spcAft>
                <a:spcPts val="0"/>
              </a:spcAft>
              <a:buSzPts val="5500"/>
              <a:buNone/>
              <a:defRPr sz="5500"/>
            </a:lvl6pPr>
            <a:lvl7pPr lvl="6">
              <a:lnSpc>
                <a:spcPct val="80000"/>
              </a:lnSpc>
              <a:spcBef>
                <a:spcPts val="0"/>
              </a:spcBef>
              <a:spcAft>
                <a:spcPts val="0"/>
              </a:spcAft>
              <a:buSzPts val="5500"/>
              <a:buNone/>
              <a:defRPr sz="5500"/>
            </a:lvl7pPr>
            <a:lvl8pPr lvl="7">
              <a:lnSpc>
                <a:spcPct val="80000"/>
              </a:lnSpc>
              <a:spcBef>
                <a:spcPts val="0"/>
              </a:spcBef>
              <a:spcAft>
                <a:spcPts val="0"/>
              </a:spcAft>
              <a:buSzPts val="5500"/>
              <a:buNone/>
              <a:defRPr sz="5500"/>
            </a:lvl8pPr>
            <a:lvl9pPr lvl="8">
              <a:lnSpc>
                <a:spcPct val="80000"/>
              </a:lnSpc>
              <a:spcBef>
                <a:spcPts val="0"/>
              </a:spcBef>
              <a:spcAft>
                <a:spcPts val="0"/>
              </a:spcAft>
              <a:buSzPts val="5500"/>
              <a:buNone/>
              <a:defRPr sz="55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cSld name="BLANK_4">
    <p:bg>
      <p:bgPr>
        <a:solidFill>
          <a:schemeClr val="lt1"/>
        </a:solidFill>
      </p:bgPr>
    </p:bg>
    <p:spTree>
      <p:nvGrpSpPr>
        <p:cNvPr id="584" name="Shape 584"/>
        <p:cNvGrpSpPr/>
        <p:nvPr/>
      </p:nvGrpSpPr>
      <p:grpSpPr>
        <a:xfrm>
          <a:off x="0" y="0"/>
          <a:ext cx="0" cy="0"/>
          <a:chOff x="0" y="0"/>
          <a:chExt cx="0" cy="0"/>
        </a:xfrm>
      </p:grpSpPr>
      <p:grpSp>
        <p:nvGrpSpPr>
          <p:cNvPr id="585" name="Google Shape;585;p37"/>
          <p:cNvGrpSpPr/>
          <p:nvPr/>
        </p:nvGrpSpPr>
        <p:grpSpPr>
          <a:xfrm>
            <a:off x="-800" y="-150"/>
            <a:ext cx="9145250" cy="5144250"/>
            <a:chOff x="-800" y="-150"/>
            <a:chExt cx="9145250" cy="5144250"/>
          </a:xfrm>
        </p:grpSpPr>
        <p:cxnSp>
          <p:nvCxnSpPr>
            <p:cNvPr id="586" name="Google Shape;586;p37"/>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587" name="Google Shape;587;p37"/>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88" name="Google Shape;588;p37"/>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589" name="Google Shape;589;p37"/>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590" name="Google Shape;590;p37"/>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91" name="Google Shape;591;p37"/>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92" name="Google Shape;592;p37"/>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593" name="Google Shape;593;p37"/>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594" name="Google Shape;594;p37"/>
          <p:cNvSpPr txBox="1"/>
          <p:nvPr>
            <p:ph idx="1" type="subTitle"/>
          </p:nvPr>
        </p:nvSpPr>
        <p:spPr>
          <a:xfrm>
            <a:off x="518400" y="3609525"/>
            <a:ext cx="6710400" cy="1010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
    <p:bg>
      <p:bgPr>
        <a:solidFill>
          <a:schemeClr val="lt2"/>
        </a:solidFill>
      </p:bgPr>
    </p:bg>
    <p:spTree>
      <p:nvGrpSpPr>
        <p:cNvPr id="595" name="Shape 595"/>
        <p:cNvGrpSpPr/>
        <p:nvPr/>
      </p:nvGrpSpPr>
      <p:grpSpPr>
        <a:xfrm>
          <a:off x="0" y="0"/>
          <a:ext cx="0" cy="0"/>
          <a:chOff x="0" y="0"/>
          <a:chExt cx="0" cy="0"/>
        </a:xfrm>
      </p:grpSpPr>
      <p:grpSp>
        <p:nvGrpSpPr>
          <p:cNvPr id="596" name="Google Shape;596;p38"/>
          <p:cNvGrpSpPr/>
          <p:nvPr/>
        </p:nvGrpSpPr>
        <p:grpSpPr>
          <a:xfrm rot="5400000">
            <a:off x="596065" y="4459673"/>
            <a:ext cx="369896" cy="333900"/>
            <a:chOff x="96076" y="654376"/>
            <a:chExt cx="369896" cy="333900"/>
          </a:xfrm>
        </p:grpSpPr>
        <p:cxnSp>
          <p:nvCxnSpPr>
            <p:cNvPr id="597" name="Google Shape;597;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98" name="Google Shape;598;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99" name="Google Shape;599;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600" name="Google Shape;600;p38"/>
          <p:cNvGrpSpPr/>
          <p:nvPr/>
        </p:nvGrpSpPr>
        <p:grpSpPr>
          <a:xfrm rot="5400000">
            <a:off x="596065" y="3723173"/>
            <a:ext cx="369896" cy="333900"/>
            <a:chOff x="96076" y="654376"/>
            <a:chExt cx="369896" cy="333900"/>
          </a:xfrm>
        </p:grpSpPr>
        <p:cxnSp>
          <p:nvCxnSpPr>
            <p:cNvPr id="601" name="Google Shape;601;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02" name="Google Shape;602;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03" name="Google Shape;603;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604" name="Google Shape;604;p38"/>
          <p:cNvGrpSpPr/>
          <p:nvPr/>
        </p:nvGrpSpPr>
        <p:grpSpPr>
          <a:xfrm rot="5400000">
            <a:off x="596065" y="2986673"/>
            <a:ext cx="369896" cy="333900"/>
            <a:chOff x="96076" y="654376"/>
            <a:chExt cx="369896" cy="333900"/>
          </a:xfrm>
        </p:grpSpPr>
        <p:cxnSp>
          <p:nvCxnSpPr>
            <p:cNvPr id="605" name="Google Shape;605;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06" name="Google Shape;606;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07" name="Google Shape;607;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608" name="Google Shape;608;p38"/>
          <p:cNvGrpSpPr/>
          <p:nvPr/>
        </p:nvGrpSpPr>
        <p:grpSpPr>
          <a:xfrm rot="5400000">
            <a:off x="596065" y="2250173"/>
            <a:ext cx="369896" cy="333900"/>
            <a:chOff x="96076" y="654376"/>
            <a:chExt cx="369896" cy="333900"/>
          </a:xfrm>
        </p:grpSpPr>
        <p:cxnSp>
          <p:nvCxnSpPr>
            <p:cNvPr id="609" name="Google Shape;609;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10" name="Google Shape;610;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11" name="Google Shape;611;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612" name="Google Shape;612;p38"/>
          <p:cNvGrpSpPr/>
          <p:nvPr/>
        </p:nvGrpSpPr>
        <p:grpSpPr>
          <a:xfrm rot="5400000">
            <a:off x="594827" y="1513673"/>
            <a:ext cx="369896" cy="333900"/>
            <a:chOff x="96076" y="654376"/>
            <a:chExt cx="369896" cy="333900"/>
          </a:xfrm>
        </p:grpSpPr>
        <p:cxnSp>
          <p:nvCxnSpPr>
            <p:cNvPr id="613" name="Google Shape;613;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14" name="Google Shape;614;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15" name="Google Shape;615;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616" name="Google Shape;616;p38"/>
          <p:cNvGrpSpPr/>
          <p:nvPr/>
        </p:nvGrpSpPr>
        <p:grpSpPr>
          <a:xfrm rot="5400000">
            <a:off x="594827" y="777173"/>
            <a:ext cx="369896" cy="333900"/>
            <a:chOff x="96076" y="654376"/>
            <a:chExt cx="369896" cy="333900"/>
          </a:xfrm>
        </p:grpSpPr>
        <p:cxnSp>
          <p:nvCxnSpPr>
            <p:cNvPr id="617" name="Google Shape;617;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18" name="Google Shape;618;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19" name="Google Shape;619;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620" name="Google Shape;620;p3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621" name="Google Shape;621;p3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22" name="Google Shape;622;p3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23" name="Google Shape;623;p3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24" name="Google Shape;624;p3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sp>
        <p:nvSpPr>
          <p:cNvPr id="625" name="Google Shape;625;p38"/>
          <p:cNvSpPr txBox="1"/>
          <p:nvPr>
            <p:ph type="title"/>
          </p:nvPr>
        </p:nvSpPr>
        <p:spPr>
          <a:xfrm>
            <a:off x="1042100" y="334925"/>
            <a:ext cx="7576500" cy="329700"/>
          </a:xfrm>
          <a:prstGeom prst="rect">
            <a:avLst/>
          </a:prstGeom>
        </p:spPr>
        <p:txBody>
          <a:bodyPr anchorCtr="0" anchor="ctr" bIns="0" lIns="274300" spcFirstLastPara="1" rIns="91425" wrap="square" tIns="91425">
            <a:normAutofit/>
          </a:bodyPr>
          <a:lstStyle>
            <a:lvl1pPr lvl="0">
              <a:lnSpc>
                <a:spcPct val="115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cxnSp>
        <p:nvCxnSpPr>
          <p:cNvPr id="626" name="Google Shape;626;p38"/>
          <p:cNvCxnSpPr/>
          <p:nvPr/>
        </p:nvCxnSpPr>
        <p:spPr>
          <a:xfrm>
            <a:off x="1045950" y="2053193"/>
            <a:ext cx="8098500" cy="0"/>
          </a:xfrm>
          <a:prstGeom prst="straightConnector1">
            <a:avLst/>
          </a:prstGeom>
          <a:noFill/>
          <a:ln cap="flat" cmpd="sng" w="9525">
            <a:solidFill>
              <a:schemeClr val="lt1"/>
            </a:solidFill>
            <a:prstDash val="solid"/>
            <a:round/>
            <a:headEnd len="sm" w="sm" type="none"/>
            <a:tailEnd len="sm" w="sm" type="none"/>
          </a:ln>
        </p:spPr>
      </p:cxnSp>
      <p:cxnSp>
        <p:nvCxnSpPr>
          <p:cNvPr id="627" name="Google Shape;627;p38"/>
          <p:cNvCxnSpPr/>
          <p:nvPr/>
        </p:nvCxnSpPr>
        <p:spPr>
          <a:xfrm>
            <a:off x="1045950" y="2800742"/>
            <a:ext cx="8098500" cy="0"/>
          </a:xfrm>
          <a:prstGeom prst="straightConnector1">
            <a:avLst/>
          </a:prstGeom>
          <a:noFill/>
          <a:ln cap="flat" cmpd="sng" w="9525">
            <a:solidFill>
              <a:schemeClr val="lt1"/>
            </a:solidFill>
            <a:prstDash val="solid"/>
            <a:round/>
            <a:headEnd len="sm" w="sm" type="none"/>
            <a:tailEnd len="sm" w="sm" type="none"/>
          </a:ln>
        </p:spPr>
      </p:cxnSp>
      <p:cxnSp>
        <p:nvCxnSpPr>
          <p:cNvPr id="628" name="Google Shape;628;p38"/>
          <p:cNvCxnSpPr/>
          <p:nvPr/>
        </p:nvCxnSpPr>
        <p:spPr>
          <a:xfrm>
            <a:off x="1045950" y="3542475"/>
            <a:ext cx="8098500" cy="0"/>
          </a:xfrm>
          <a:prstGeom prst="straightConnector1">
            <a:avLst/>
          </a:prstGeom>
          <a:noFill/>
          <a:ln cap="flat" cmpd="sng" w="9525">
            <a:solidFill>
              <a:schemeClr val="lt1"/>
            </a:solidFill>
            <a:prstDash val="solid"/>
            <a:round/>
            <a:headEnd len="sm" w="sm" type="none"/>
            <a:tailEnd len="sm" w="sm" type="none"/>
          </a:ln>
        </p:spPr>
      </p:cxnSp>
      <p:cxnSp>
        <p:nvCxnSpPr>
          <p:cNvPr id="629" name="Google Shape;629;p38"/>
          <p:cNvCxnSpPr/>
          <p:nvPr/>
        </p:nvCxnSpPr>
        <p:spPr>
          <a:xfrm>
            <a:off x="1045950" y="4297588"/>
            <a:ext cx="8098500" cy="0"/>
          </a:xfrm>
          <a:prstGeom prst="straightConnector1">
            <a:avLst/>
          </a:prstGeom>
          <a:noFill/>
          <a:ln cap="flat" cmpd="sng" w="9525">
            <a:solidFill>
              <a:schemeClr val="lt1"/>
            </a:solidFill>
            <a:prstDash val="solid"/>
            <a:round/>
            <a:headEnd len="sm" w="sm" type="none"/>
            <a:tailEnd len="sm" w="sm" type="none"/>
          </a:ln>
        </p:spPr>
      </p:cxnSp>
      <p:cxnSp>
        <p:nvCxnSpPr>
          <p:cNvPr id="630" name="Google Shape;630;p38"/>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sp>
        <p:nvSpPr>
          <p:cNvPr id="631" name="Google Shape;631;p38"/>
          <p:cNvSpPr txBox="1"/>
          <p:nvPr>
            <p:ph idx="1" type="subTitle"/>
          </p:nvPr>
        </p:nvSpPr>
        <p:spPr>
          <a:xfrm>
            <a:off x="1042100" y="666250"/>
            <a:ext cx="7581900" cy="6414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632" name="Google Shape;632;p38"/>
          <p:cNvSpPr txBox="1"/>
          <p:nvPr>
            <p:ph idx="2" type="subTitle"/>
          </p:nvPr>
        </p:nvSpPr>
        <p:spPr>
          <a:xfrm>
            <a:off x="1042100" y="1307575"/>
            <a:ext cx="7581900" cy="7455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633" name="Google Shape;633;p38"/>
          <p:cNvSpPr txBox="1"/>
          <p:nvPr>
            <p:ph idx="3" type="subTitle"/>
          </p:nvPr>
        </p:nvSpPr>
        <p:spPr>
          <a:xfrm>
            <a:off x="1042100" y="2052275"/>
            <a:ext cx="7581900" cy="7485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634" name="Google Shape;634;p38"/>
          <p:cNvSpPr txBox="1"/>
          <p:nvPr>
            <p:ph idx="4" type="subTitle"/>
          </p:nvPr>
        </p:nvSpPr>
        <p:spPr>
          <a:xfrm>
            <a:off x="1042100" y="2801150"/>
            <a:ext cx="7581900" cy="7413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635" name="Google Shape;635;p38"/>
          <p:cNvSpPr txBox="1"/>
          <p:nvPr>
            <p:ph idx="5" type="subTitle"/>
          </p:nvPr>
        </p:nvSpPr>
        <p:spPr>
          <a:xfrm>
            <a:off x="1042100" y="3542450"/>
            <a:ext cx="7581900" cy="7551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636" name="Google Shape;636;p38"/>
          <p:cNvSpPr txBox="1"/>
          <p:nvPr>
            <p:ph idx="6" type="subTitle"/>
          </p:nvPr>
        </p:nvSpPr>
        <p:spPr>
          <a:xfrm>
            <a:off x="1042100" y="4297650"/>
            <a:ext cx="7581900" cy="7551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BLANK_1_1_3">
    <p:bg>
      <p:bgPr>
        <a:solidFill>
          <a:schemeClr val="lt2"/>
        </a:solidFill>
      </p:bgPr>
    </p:bg>
    <p:spTree>
      <p:nvGrpSpPr>
        <p:cNvPr id="637" name="Shape 637"/>
        <p:cNvGrpSpPr/>
        <p:nvPr/>
      </p:nvGrpSpPr>
      <p:grpSpPr>
        <a:xfrm>
          <a:off x="0" y="0"/>
          <a:ext cx="0" cy="0"/>
          <a:chOff x="0" y="0"/>
          <a:chExt cx="0" cy="0"/>
        </a:xfrm>
      </p:grpSpPr>
      <p:grpSp>
        <p:nvGrpSpPr>
          <p:cNvPr id="638" name="Google Shape;638;p39"/>
          <p:cNvGrpSpPr/>
          <p:nvPr/>
        </p:nvGrpSpPr>
        <p:grpSpPr>
          <a:xfrm rot="5400000">
            <a:off x="593777" y="548798"/>
            <a:ext cx="369896" cy="333900"/>
            <a:chOff x="96076" y="654376"/>
            <a:chExt cx="369896" cy="333900"/>
          </a:xfrm>
        </p:grpSpPr>
        <p:cxnSp>
          <p:nvCxnSpPr>
            <p:cNvPr id="639" name="Google Shape;639;p3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40" name="Google Shape;640;p3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41" name="Google Shape;641;p3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642" name="Google Shape;642;p39"/>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643" name="Google Shape;643;p39"/>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644" name="Google Shape;644;p3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45" name="Google Shape;645;p3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46" name="Google Shape;646;p39"/>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47" name="Google Shape;647;p39"/>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648" name="Google Shape;648;p39"/>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3200"/>
              <a:buFont typeface="Gowun Batang"/>
              <a:buNone/>
              <a:defRPr/>
            </a:lvl1pPr>
            <a:lvl2pPr lvl="1">
              <a:spcBef>
                <a:spcPts val="0"/>
              </a:spcBef>
              <a:spcAft>
                <a:spcPts val="0"/>
              </a:spcAft>
              <a:buClr>
                <a:schemeClr val="lt1"/>
              </a:buClr>
              <a:buSzPts val="3200"/>
              <a:buFont typeface="Gowun Batang"/>
              <a:buNone/>
              <a:defRPr/>
            </a:lvl2pPr>
            <a:lvl3pPr lvl="2">
              <a:spcBef>
                <a:spcPts val="0"/>
              </a:spcBef>
              <a:spcAft>
                <a:spcPts val="0"/>
              </a:spcAft>
              <a:buClr>
                <a:schemeClr val="lt1"/>
              </a:buClr>
              <a:buSzPts val="3200"/>
              <a:buFont typeface="Gowun Batang"/>
              <a:buNone/>
              <a:defRPr/>
            </a:lvl3pPr>
            <a:lvl4pPr lvl="3">
              <a:spcBef>
                <a:spcPts val="0"/>
              </a:spcBef>
              <a:spcAft>
                <a:spcPts val="0"/>
              </a:spcAft>
              <a:buClr>
                <a:schemeClr val="lt1"/>
              </a:buClr>
              <a:buSzPts val="3200"/>
              <a:buFont typeface="Gowun Batang"/>
              <a:buNone/>
              <a:defRPr/>
            </a:lvl4pPr>
            <a:lvl5pPr lvl="4">
              <a:spcBef>
                <a:spcPts val="0"/>
              </a:spcBef>
              <a:spcAft>
                <a:spcPts val="0"/>
              </a:spcAft>
              <a:buClr>
                <a:schemeClr val="lt1"/>
              </a:buClr>
              <a:buSzPts val="3200"/>
              <a:buFont typeface="Gowun Batang"/>
              <a:buNone/>
              <a:defRPr/>
            </a:lvl5pPr>
            <a:lvl6pPr lvl="5">
              <a:spcBef>
                <a:spcPts val="0"/>
              </a:spcBef>
              <a:spcAft>
                <a:spcPts val="0"/>
              </a:spcAft>
              <a:buClr>
                <a:schemeClr val="lt1"/>
              </a:buClr>
              <a:buSzPts val="3200"/>
              <a:buFont typeface="Gowun Batang"/>
              <a:buNone/>
              <a:defRPr/>
            </a:lvl6pPr>
            <a:lvl7pPr lvl="6">
              <a:spcBef>
                <a:spcPts val="0"/>
              </a:spcBef>
              <a:spcAft>
                <a:spcPts val="0"/>
              </a:spcAft>
              <a:buClr>
                <a:schemeClr val="lt1"/>
              </a:buClr>
              <a:buSzPts val="3200"/>
              <a:buFont typeface="Gowun Batang"/>
              <a:buNone/>
              <a:defRPr/>
            </a:lvl7pPr>
            <a:lvl8pPr lvl="7">
              <a:spcBef>
                <a:spcPts val="0"/>
              </a:spcBef>
              <a:spcAft>
                <a:spcPts val="0"/>
              </a:spcAft>
              <a:buClr>
                <a:schemeClr val="lt1"/>
              </a:buClr>
              <a:buSzPts val="3200"/>
              <a:buFont typeface="Gowun Batang"/>
              <a:buNone/>
              <a:defRPr/>
            </a:lvl8pPr>
            <a:lvl9pPr lvl="8">
              <a:spcBef>
                <a:spcPts val="0"/>
              </a:spcBef>
              <a:spcAft>
                <a:spcPts val="0"/>
              </a:spcAft>
              <a:buClr>
                <a:schemeClr val="lt1"/>
              </a:buClr>
              <a:buSzPts val="3200"/>
              <a:buFont typeface="Gowun Batang"/>
              <a:buNone/>
              <a:defRPr/>
            </a:lvl9pPr>
          </a:lstStyle>
          <a:p/>
        </p:txBody>
      </p:sp>
      <p:cxnSp>
        <p:nvCxnSpPr>
          <p:cNvPr id="649" name="Google Shape;649;p39"/>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bg>
      <p:bgPr>
        <a:solidFill>
          <a:schemeClr val="lt2"/>
        </a:solidFill>
      </p:bgPr>
    </p:bg>
    <p:spTree>
      <p:nvGrpSpPr>
        <p:cNvPr id="650" name="Shape 650"/>
        <p:cNvGrpSpPr/>
        <p:nvPr/>
      </p:nvGrpSpPr>
      <p:grpSpPr>
        <a:xfrm>
          <a:off x="0" y="0"/>
          <a:ext cx="0" cy="0"/>
          <a:chOff x="0" y="0"/>
          <a:chExt cx="0" cy="0"/>
        </a:xfrm>
      </p:grpSpPr>
      <p:sp>
        <p:nvSpPr>
          <p:cNvPr id="651" name="Google Shape;651;p40"/>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652" name="Google Shape;652;p4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53" name="Google Shape;653;p4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654" name="Google Shape;654;p4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55" name="Google Shape;655;p4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56" name="Google Shape;656;p4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6">
    <p:bg>
      <p:bgPr>
        <a:solidFill>
          <a:schemeClr val="lt2"/>
        </a:solidFill>
      </p:bgPr>
    </p:bg>
    <p:spTree>
      <p:nvGrpSpPr>
        <p:cNvPr id="657" name="Shape 657"/>
        <p:cNvGrpSpPr/>
        <p:nvPr/>
      </p:nvGrpSpPr>
      <p:grpSpPr>
        <a:xfrm>
          <a:off x="0" y="0"/>
          <a:ext cx="0" cy="0"/>
          <a:chOff x="0" y="0"/>
          <a:chExt cx="0" cy="0"/>
        </a:xfrm>
      </p:grpSpPr>
      <p:sp>
        <p:nvSpPr>
          <p:cNvPr id="658" name="Google Shape;658;p41"/>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659" name="Google Shape;659;p4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60" name="Google Shape;660;p4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661" name="Google Shape;661;p4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62" name="Google Shape;662;p4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63" name="Google Shape;663;p41"/>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664" name="Google Shape;664;p41"/>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665" name="Google Shape;665;p41"/>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666" name="Google Shape;666;p41"/>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3">
  <p:cSld name="BLANK_3">
    <p:bg>
      <p:bgPr>
        <a:solidFill>
          <a:schemeClr val="dk2"/>
        </a:solidFill>
      </p:bgPr>
    </p:bg>
    <p:spTree>
      <p:nvGrpSpPr>
        <p:cNvPr id="667" name="Shape 667"/>
        <p:cNvGrpSpPr/>
        <p:nvPr/>
      </p:nvGrpSpPr>
      <p:grpSpPr>
        <a:xfrm>
          <a:off x="0" y="0"/>
          <a:ext cx="0" cy="0"/>
          <a:chOff x="0" y="0"/>
          <a:chExt cx="0" cy="0"/>
        </a:xfrm>
      </p:grpSpPr>
      <p:grpSp>
        <p:nvGrpSpPr>
          <p:cNvPr id="668" name="Google Shape;668;p42"/>
          <p:cNvGrpSpPr/>
          <p:nvPr/>
        </p:nvGrpSpPr>
        <p:grpSpPr>
          <a:xfrm>
            <a:off x="-800" y="-150"/>
            <a:ext cx="9145250" cy="5144250"/>
            <a:chOff x="-800" y="-150"/>
            <a:chExt cx="9145250" cy="5144250"/>
          </a:xfrm>
        </p:grpSpPr>
        <p:cxnSp>
          <p:nvCxnSpPr>
            <p:cNvPr id="669" name="Google Shape;669;p42"/>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670" name="Google Shape;670;p42"/>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71" name="Google Shape;671;p42"/>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672" name="Google Shape;672;p42"/>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673" name="Google Shape;673;p42"/>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74" name="Google Shape;674;p42"/>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75" name="Google Shape;675;p42"/>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676" name="Google Shape;676;p42"/>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677" name="Google Shape;677;p42"/>
          <p:cNvSpPr txBox="1"/>
          <p:nvPr>
            <p:ph idx="1" type="subTitle"/>
          </p:nvPr>
        </p:nvSpPr>
        <p:spPr>
          <a:xfrm>
            <a:off x="521800" y="2782875"/>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3"/>
              </a:buClr>
              <a:buSzPts val="1000"/>
              <a:buFont typeface="Inter"/>
              <a:buNone/>
              <a:defRPr sz="1000">
                <a:solidFill>
                  <a:schemeClr val="accent3"/>
                </a:solidFill>
              </a:defRPr>
            </a:lvl1pPr>
            <a:lvl2pPr lvl="1">
              <a:spcBef>
                <a:spcPts val="0"/>
              </a:spcBef>
              <a:spcAft>
                <a:spcPts val="0"/>
              </a:spcAft>
              <a:buClr>
                <a:schemeClr val="accent3"/>
              </a:buClr>
              <a:buSzPts val="1000"/>
              <a:buFont typeface="Inter"/>
              <a:buNone/>
              <a:defRPr sz="1000">
                <a:solidFill>
                  <a:schemeClr val="accent3"/>
                </a:solidFill>
              </a:defRPr>
            </a:lvl2pPr>
            <a:lvl3pPr lvl="2">
              <a:spcBef>
                <a:spcPts val="0"/>
              </a:spcBef>
              <a:spcAft>
                <a:spcPts val="0"/>
              </a:spcAft>
              <a:buClr>
                <a:schemeClr val="accent3"/>
              </a:buClr>
              <a:buSzPts val="1000"/>
              <a:buFont typeface="Inter"/>
              <a:buNone/>
              <a:defRPr sz="1000">
                <a:solidFill>
                  <a:schemeClr val="accent3"/>
                </a:solidFill>
              </a:defRPr>
            </a:lvl3pPr>
            <a:lvl4pPr lvl="3">
              <a:spcBef>
                <a:spcPts val="0"/>
              </a:spcBef>
              <a:spcAft>
                <a:spcPts val="0"/>
              </a:spcAft>
              <a:buClr>
                <a:schemeClr val="accent3"/>
              </a:buClr>
              <a:buSzPts val="1000"/>
              <a:buFont typeface="Inter"/>
              <a:buNone/>
              <a:defRPr sz="1000">
                <a:solidFill>
                  <a:schemeClr val="accent3"/>
                </a:solidFill>
              </a:defRPr>
            </a:lvl4pPr>
            <a:lvl5pPr lvl="4">
              <a:spcBef>
                <a:spcPts val="0"/>
              </a:spcBef>
              <a:spcAft>
                <a:spcPts val="0"/>
              </a:spcAft>
              <a:buClr>
                <a:schemeClr val="accent3"/>
              </a:buClr>
              <a:buSzPts val="1000"/>
              <a:buFont typeface="Inter"/>
              <a:buNone/>
              <a:defRPr sz="1000">
                <a:solidFill>
                  <a:schemeClr val="accent3"/>
                </a:solidFill>
              </a:defRPr>
            </a:lvl5pPr>
            <a:lvl6pPr lvl="5">
              <a:spcBef>
                <a:spcPts val="0"/>
              </a:spcBef>
              <a:spcAft>
                <a:spcPts val="0"/>
              </a:spcAft>
              <a:buClr>
                <a:schemeClr val="accent3"/>
              </a:buClr>
              <a:buSzPts val="1000"/>
              <a:buFont typeface="Inter"/>
              <a:buNone/>
              <a:defRPr sz="1000">
                <a:solidFill>
                  <a:schemeClr val="accent3"/>
                </a:solidFill>
              </a:defRPr>
            </a:lvl6pPr>
            <a:lvl7pPr lvl="6">
              <a:spcBef>
                <a:spcPts val="0"/>
              </a:spcBef>
              <a:spcAft>
                <a:spcPts val="0"/>
              </a:spcAft>
              <a:buClr>
                <a:schemeClr val="accent3"/>
              </a:buClr>
              <a:buSzPts val="1000"/>
              <a:buFont typeface="Inter"/>
              <a:buNone/>
              <a:defRPr sz="1000">
                <a:solidFill>
                  <a:schemeClr val="accent3"/>
                </a:solidFill>
              </a:defRPr>
            </a:lvl7pPr>
            <a:lvl8pPr lvl="7">
              <a:spcBef>
                <a:spcPts val="0"/>
              </a:spcBef>
              <a:spcAft>
                <a:spcPts val="0"/>
              </a:spcAft>
              <a:buClr>
                <a:schemeClr val="accent3"/>
              </a:buClr>
              <a:buSzPts val="1000"/>
              <a:buFont typeface="Inter"/>
              <a:buNone/>
              <a:defRPr sz="1000">
                <a:solidFill>
                  <a:schemeClr val="accent3"/>
                </a:solidFill>
              </a:defRPr>
            </a:lvl8pPr>
            <a:lvl9pPr lvl="8">
              <a:spcBef>
                <a:spcPts val="0"/>
              </a:spcBef>
              <a:spcAft>
                <a:spcPts val="0"/>
              </a:spcAft>
              <a:buClr>
                <a:schemeClr val="accent3"/>
              </a:buClr>
              <a:buSzPts val="1000"/>
              <a:buFont typeface="Inter"/>
              <a:buNone/>
              <a:defRPr sz="1000">
                <a:solidFill>
                  <a:schemeClr val="accent3"/>
                </a:solidFill>
              </a:defRPr>
            </a:lvl9pPr>
          </a:lstStyle>
          <a:p/>
        </p:txBody>
      </p:sp>
      <p:sp>
        <p:nvSpPr>
          <p:cNvPr id="678" name="Google Shape;678;p42"/>
          <p:cNvSpPr txBox="1"/>
          <p:nvPr>
            <p:ph idx="2" type="subTitle"/>
          </p:nvPr>
        </p:nvSpPr>
        <p:spPr>
          <a:xfrm>
            <a:off x="518400" y="3609525"/>
            <a:ext cx="6710400" cy="1010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679" name="Google Shape;679;p42"/>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680" name="Google Shape;680;p42"/>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6">
  <p:cSld name="BLANK_2">
    <p:bg>
      <p:bgPr>
        <a:solidFill>
          <a:schemeClr val="dk2"/>
        </a:solidFill>
      </p:bgPr>
    </p:bg>
    <p:spTree>
      <p:nvGrpSpPr>
        <p:cNvPr id="681" name="Shape 681"/>
        <p:cNvGrpSpPr/>
        <p:nvPr/>
      </p:nvGrpSpPr>
      <p:grpSpPr>
        <a:xfrm>
          <a:off x="0" y="0"/>
          <a:ext cx="0" cy="0"/>
          <a:chOff x="0" y="0"/>
          <a:chExt cx="0" cy="0"/>
        </a:xfrm>
      </p:grpSpPr>
      <p:cxnSp>
        <p:nvCxnSpPr>
          <p:cNvPr id="682" name="Google Shape;682;p43"/>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83" name="Google Shape;683;p43"/>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84" name="Google Shape;684;p43"/>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85" name="Google Shape;685;p43"/>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86" name="Google Shape;686;p43"/>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87" name="Google Shape;687;p43"/>
          <p:cNvCxnSpPr/>
          <p:nvPr/>
        </p:nvCxnSpPr>
        <p:spPr>
          <a:xfrm>
            <a:off x="516375" y="4043175"/>
            <a:ext cx="8111100" cy="0"/>
          </a:xfrm>
          <a:prstGeom prst="straightConnector1">
            <a:avLst/>
          </a:prstGeom>
          <a:noFill/>
          <a:ln cap="flat" cmpd="sng" w="9525">
            <a:solidFill>
              <a:schemeClr val="accent6"/>
            </a:solidFill>
            <a:prstDash val="solid"/>
            <a:round/>
            <a:headEnd len="sm" w="sm" type="none"/>
            <a:tailEnd len="sm" w="sm" type="none"/>
          </a:ln>
        </p:spPr>
      </p:cxnSp>
      <p:cxnSp>
        <p:nvCxnSpPr>
          <p:cNvPr id="688" name="Google Shape;688;p43"/>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
        <p:nvSpPr>
          <p:cNvPr id="689" name="Google Shape;689;p43"/>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90" name="Google Shape;690;p43"/>
          <p:cNvSpPr txBox="1"/>
          <p:nvPr>
            <p:ph idx="1"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3"/>
              </a:buClr>
              <a:buSzPts val="1200"/>
              <a:buFont typeface="Inter"/>
              <a:buNone/>
              <a:defRPr>
                <a:solidFill>
                  <a:schemeClr val="accent3"/>
                </a:solidFill>
              </a:defRPr>
            </a:lvl1pPr>
            <a:lvl2pPr lvl="1" algn="ctr">
              <a:spcBef>
                <a:spcPts val="0"/>
              </a:spcBef>
              <a:spcAft>
                <a:spcPts val="0"/>
              </a:spcAft>
              <a:buClr>
                <a:schemeClr val="accent3"/>
              </a:buClr>
              <a:buSzPts val="1200"/>
              <a:buFont typeface="Inter"/>
              <a:buNone/>
              <a:defRPr>
                <a:solidFill>
                  <a:schemeClr val="accent3"/>
                </a:solidFill>
              </a:defRPr>
            </a:lvl2pPr>
            <a:lvl3pPr lvl="2" algn="ctr">
              <a:spcBef>
                <a:spcPts val="0"/>
              </a:spcBef>
              <a:spcAft>
                <a:spcPts val="0"/>
              </a:spcAft>
              <a:buClr>
                <a:schemeClr val="accent3"/>
              </a:buClr>
              <a:buSzPts val="1200"/>
              <a:buFont typeface="Inter"/>
              <a:buNone/>
              <a:defRPr>
                <a:solidFill>
                  <a:schemeClr val="accent3"/>
                </a:solidFill>
              </a:defRPr>
            </a:lvl3pPr>
            <a:lvl4pPr lvl="3" algn="ctr">
              <a:spcBef>
                <a:spcPts val="0"/>
              </a:spcBef>
              <a:spcAft>
                <a:spcPts val="0"/>
              </a:spcAft>
              <a:buClr>
                <a:schemeClr val="accent3"/>
              </a:buClr>
              <a:buSzPts val="1200"/>
              <a:buFont typeface="Inter"/>
              <a:buNone/>
              <a:defRPr>
                <a:solidFill>
                  <a:schemeClr val="accent3"/>
                </a:solidFill>
              </a:defRPr>
            </a:lvl4pPr>
            <a:lvl5pPr lvl="4" algn="ctr">
              <a:spcBef>
                <a:spcPts val="0"/>
              </a:spcBef>
              <a:spcAft>
                <a:spcPts val="0"/>
              </a:spcAft>
              <a:buClr>
                <a:schemeClr val="accent3"/>
              </a:buClr>
              <a:buSzPts val="1200"/>
              <a:buFont typeface="Inter"/>
              <a:buNone/>
              <a:defRPr>
                <a:solidFill>
                  <a:schemeClr val="accent3"/>
                </a:solidFill>
              </a:defRPr>
            </a:lvl5pPr>
            <a:lvl6pPr lvl="5" algn="ctr">
              <a:spcBef>
                <a:spcPts val="0"/>
              </a:spcBef>
              <a:spcAft>
                <a:spcPts val="0"/>
              </a:spcAft>
              <a:buClr>
                <a:schemeClr val="accent3"/>
              </a:buClr>
              <a:buSzPts val="1200"/>
              <a:buFont typeface="Inter"/>
              <a:buNone/>
              <a:defRPr>
                <a:solidFill>
                  <a:schemeClr val="accent3"/>
                </a:solidFill>
              </a:defRPr>
            </a:lvl6pPr>
            <a:lvl7pPr lvl="6" algn="ctr">
              <a:spcBef>
                <a:spcPts val="0"/>
              </a:spcBef>
              <a:spcAft>
                <a:spcPts val="0"/>
              </a:spcAft>
              <a:buClr>
                <a:schemeClr val="accent3"/>
              </a:buClr>
              <a:buSzPts val="1200"/>
              <a:buFont typeface="Inter"/>
              <a:buNone/>
              <a:defRPr>
                <a:solidFill>
                  <a:schemeClr val="accent3"/>
                </a:solidFill>
              </a:defRPr>
            </a:lvl7pPr>
            <a:lvl8pPr lvl="7" algn="ctr">
              <a:spcBef>
                <a:spcPts val="0"/>
              </a:spcBef>
              <a:spcAft>
                <a:spcPts val="0"/>
              </a:spcAft>
              <a:buClr>
                <a:schemeClr val="accent3"/>
              </a:buClr>
              <a:buSzPts val="1200"/>
              <a:buFont typeface="Inter"/>
              <a:buNone/>
              <a:defRPr>
                <a:solidFill>
                  <a:schemeClr val="accent3"/>
                </a:solidFill>
              </a:defRPr>
            </a:lvl8pPr>
            <a:lvl9pPr lvl="8" algn="ctr">
              <a:spcBef>
                <a:spcPts val="0"/>
              </a:spcBef>
              <a:spcAft>
                <a:spcPts val="0"/>
              </a:spcAft>
              <a:buClr>
                <a:schemeClr val="accent3"/>
              </a:buClr>
              <a:buSzPts val="1200"/>
              <a:buFont typeface="Inter"/>
              <a:buNone/>
              <a:defRPr>
                <a:solidFill>
                  <a:schemeClr val="accent3"/>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4">
  <p:cSld name="BLANK_2_2">
    <p:bg>
      <p:bgPr>
        <a:solidFill>
          <a:schemeClr val="dk2"/>
        </a:solidFill>
      </p:bgPr>
    </p:bg>
    <p:spTree>
      <p:nvGrpSpPr>
        <p:cNvPr id="691" name="Shape 691"/>
        <p:cNvGrpSpPr/>
        <p:nvPr/>
      </p:nvGrpSpPr>
      <p:grpSpPr>
        <a:xfrm>
          <a:off x="0" y="0"/>
          <a:ext cx="0" cy="0"/>
          <a:chOff x="0" y="0"/>
          <a:chExt cx="0" cy="0"/>
        </a:xfrm>
      </p:grpSpPr>
      <p:sp>
        <p:nvSpPr>
          <p:cNvPr id="692" name="Google Shape;692;p44"/>
          <p:cNvSpPr txBox="1"/>
          <p:nvPr>
            <p:ph idx="1" type="subTitle"/>
          </p:nvPr>
        </p:nvSpPr>
        <p:spPr>
          <a:xfrm>
            <a:off x="514575" y="3467000"/>
            <a:ext cx="4057500" cy="5763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93" name="Google Shape;693;p44"/>
          <p:cNvSpPr txBox="1"/>
          <p:nvPr>
            <p:ph idx="2" type="subTitle"/>
          </p:nvPr>
        </p:nvSpPr>
        <p:spPr>
          <a:xfrm>
            <a:off x="4572000" y="3467000"/>
            <a:ext cx="40575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94" name="Google Shape;694;p44"/>
          <p:cNvSpPr txBox="1"/>
          <p:nvPr>
            <p:ph idx="3" type="subTitle"/>
          </p:nvPr>
        </p:nvSpPr>
        <p:spPr>
          <a:xfrm>
            <a:off x="518400" y="4043175"/>
            <a:ext cx="81111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cxnSp>
        <p:nvCxnSpPr>
          <p:cNvPr id="695" name="Google Shape;695;p44"/>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96" name="Google Shape;696;p44"/>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97" name="Google Shape;697;p44"/>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98" name="Google Shape;698;p44"/>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99" name="Google Shape;699;p44"/>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700" name="Google Shape;700;p44"/>
          <p:cNvCxnSpPr/>
          <p:nvPr/>
        </p:nvCxnSpPr>
        <p:spPr>
          <a:xfrm>
            <a:off x="516375" y="4043175"/>
            <a:ext cx="8111100" cy="0"/>
          </a:xfrm>
          <a:prstGeom prst="straightConnector1">
            <a:avLst/>
          </a:prstGeom>
          <a:noFill/>
          <a:ln cap="flat" cmpd="sng" w="9525">
            <a:solidFill>
              <a:schemeClr val="accent6"/>
            </a:solidFill>
            <a:prstDash val="solid"/>
            <a:round/>
            <a:headEnd len="sm" w="sm" type="none"/>
            <a:tailEnd len="sm" w="sm" type="none"/>
          </a:ln>
        </p:spPr>
      </p:cxnSp>
      <p:cxnSp>
        <p:nvCxnSpPr>
          <p:cNvPr id="701" name="Google Shape;701;p44"/>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
        <p:nvSpPr>
          <p:cNvPr id="702" name="Google Shape;702;p44"/>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703" name="Google Shape;703;p44"/>
          <p:cNvSpPr txBox="1"/>
          <p:nvPr>
            <p:ph idx="4"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3"/>
              </a:buClr>
              <a:buSzPts val="1200"/>
              <a:buFont typeface="Inter"/>
              <a:buNone/>
              <a:defRPr>
                <a:solidFill>
                  <a:schemeClr val="accent3"/>
                </a:solidFill>
              </a:defRPr>
            </a:lvl1pPr>
            <a:lvl2pPr lvl="1" algn="ctr">
              <a:spcBef>
                <a:spcPts val="0"/>
              </a:spcBef>
              <a:spcAft>
                <a:spcPts val="0"/>
              </a:spcAft>
              <a:buClr>
                <a:schemeClr val="accent3"/>
              </a:buClr>
              <a:buSzPts val="1200"/>
              <a:buFont typeface="Inter"/>
              <a:buNone/>
              <a:defRPr>
                <a:solidFill>
                  <a:schemeClr val="accent3"/>
                </a:solidFill>
              </a:defRPr>
            </a:lvl2pPr>
            <a:lvl3pPr lvl="2" algn="ctr">
              <a:spcBef>
                <a:spcPts val="0"/>
              </a:spcBef>
              <a:spcAft>
                <a:spcPts val="0"/>
              </a:spcAft>
              <a:buClr>
                <a:schemeClr val="accent3"/>
              </a:buClr>
              <a:buSzPts val="1200"/>
              <a:buFont typeface="Inter"/>
              <a:buNone/>
              <a:defRPr>
                <a:solidFill>
                  <a:schemeClr val="accent3"/>
                </a:solidFill>
              </a:defRPr>
            </a:lvl3pPr>
            <a:lvl4pPr lvl="3" algn="ctr">
              <a:spcBef>
                <a:spcPts val="0"/>
              </a:spcBef>
              <a:spcAft>
                <a:spcPts val="0"/>
              </a:spcAft>
              <a:buClr>
                <a:schemeClr val="accent3"/>
              </a:buClr>
              <a:buSzPts val="1200"/>
              <a:buFont typeface="Inter"/>
              <a:buNone/>
              <a:defRPr>
                <a:solidFill>
                  <a:schemeClr val="accent3"/>
                </a:solidFill>
              </a:defRPr>
            </a:lvl4pPr>
            <a:lvl5pPr lvl="4" algn="ctr">
              <a:spcBef>
                <a:spcPts val="0"/>
              </a:spcBef>
              <a:spcAft>
                <a:spcPts val="0"/>
              </a:spcAft>
              <a:buClr>
                <a:schemeClr val="accent3"/>
              </a:buClr>
              <a:buSzPts val="1200"/>
              <a:buFont typeface="Inter"/>
              <a:buNone/>
              <a:defRPr>
                <a:solidFill>
                  <a:schemeClr val="accent3"/>
                </a:solidFill>
              </a:defRPr>
            </a:lvl5pPr>
            <a:lvl6pPr lvl="5" algn="ctr">
              <a:spcBef>
                <a:spcPts val="0"/>
              </a:spcBef>
              <a:spcAft>
                <a:spcPts val="0"/>
              </a:spcAft>
              <a:buClr>
                <a:schemeClr val="accent3"/>
              </a:buClr>
              <a:buSzPts val="1200"/>
              <a:buFont typeface="Inter"/>
              <a:buNone/>
              <a:defRPr>
                <a:solidFill>
                  <a:schemeClr val="accent3"/>
                </a:solidFill>
              </a:defRPr>
            </a:lvl6pPr>
            <a:lvl7pPr lvl="6" algn="ctr">
              <a:spcBef>
                <a:spcPts val="0"/>
              </a:spcBef>
              <a:spcAft>
                <a:spcPts val="0"/>
              </a:spcAft>
              <a:buClr>
                <a:schemeClr val="accent3"/>
              </a:buClr>
              <a:buSzPts val="1200"/>
              <a:buFont typeface="Inter"/>
              <a:buNone/>
              <a:defRPr>
                <a:solidFill>
                  <a:schemeClr val="accent3"/>
                </a:solidFill>
              </a:defRPr>
            </a:lvl7pPr>
            <a:lvl8pPr lvl="7" algn="ctr">
              <a:spcBef>
                <a:spcPts val="0"/>
              </a:spcBef>
              <a:spcAft>
                <a:spcPts val="0"/>
              </a:spcAft>
              <a:buClr>
                <a:schemeClr val="accent3"/>
              </a:buClr>
              <a:buSzPts val="1200"/>
              <a:buFont typeface="Inter"/>
              <a:buNone/>
              <a:defRPr>
                <a:solidFill>
                  <a:schemeClr val="accent3"/>
                </a:solidFill>
              </a:defRPr>
            </a:lvl8pPr>
            <a:lvl9pPr lvl="8" algn="ctr">
              <a:spcBef>
                <a:spcPts val="0"/>
              </a:spcBef>
              <a:spcAft>
                <a:spcPts val="0"/>
              </a:spcAft>
              <a:buClr>
                <a:schemeClr val="accent3"/>
              </a:buClr>
              <a:buSzPts val="1200"/>
              <a:buFont typeface="Inter"/>
              <a:buNone/>
              <a:defRPr>
                <a:solidFill>
                  <a:schemeClr val="accent3"/>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5">
  <p:cSld name="BLANK_2_1">
    <p:bg>
      <p:bgPr>
        <a:solidFill>
          <a:schemeClr val="lt1"/>
        </a:solidFill>
      </p:bgPr>
    </p:bg>
    <p:spTree>
      <p:nvGrpSpPr>
        <p:cNvPr id="704" name="Shape 704"/>
        <p:cNvGrpSpPr/>
        <p:nvPr/>
      </p:nvGrpSpPr>
      <p:grpSpPr>
        <a:xfrm>
          <a:off x="0" y="0"/>
          <a:ext cx="0" cy="0"/>
          <a:chOff x="0" y="0"/>
          <a:chExt cx="0" cy="0"/>
        </a:xfrm>
      </p:grpSpPr>
      <p:cxnSp>
        <p:nvCxnSpPr>
          <p:cNvPr id="705" name="Google Shape;705;p45"/>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706" name="Google Shape;706;p45"/>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707" name="Google Shape;707;p45"/>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708" name="Google Shape;708;p45"/>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709" name="Google Shape;709;p45"/>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710" name="Google Shape;710;p45"/>
          <p:cNvCxnSpPr/>
          <p:nvPr/>
        </p:nvCxnSpPr>
        <p:spPr>
          <a:xfrm>
            <a:off x="516375" y="4043175"/>
            <a:ext cx="8111100" cy="0"/>
          </a:xfrm>
          <a:prstGeom prst="straightConnector1">
            <a:avLst/>
          </a:prstGeom>
          <a:noFill/>
          <a:ln cap="flat" cmpd="sng" w="9525">
            <a:solidFill>
              <a:schemeClr val="dk1"/>
            </a:solidFill>
            <a:prstDash val="solid"/>
            <a:round/>
            <a:headEnd len="sm" w="sm" type="none"/>
            <a:tailEnd len="sm" w="sm" type="none"/>
          </a:ln>
        </p:spPr>
      </p:cxnSp>
      <p:sp>
        <p:nvSpPr>
          <p:cNvPr id="711" name="Google Shape;711;p45"/>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712" name="Google Shape;712;p45"/>
          <p:cNvSpPr txBox="1"/>
          <p:nvPr>
            <p:ph idx="1"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6"/>
              </a:buClr>
              <a:buSzPts val="1200"/>
              <a:buFont typeface="Inter"/>
              <a:buNone/>
              <a:defRPr>
                <a:solidFill>
                  <a:schemeClr val="accent6"/>
                </a:solidFill>
              </a:defRPr>
            </a:lvl1pPr>
            <a:lvl2pPr lvl="1" algn="ctr">
              <a:spcBef>
                <a:spcPts val="0"/>
              </a:spcBef>
              <a:spcAft>
                <a:spcPts val="0"/>
              </a:spcAft>
              <a:buClr>
                <a:schemeClr val="accent4"/>
              </a:buClr>
              <a:buSzPts val="1200"/>
              <a:buFont typeface="Inter"/>
              <a:buNone/>
              <a:defRPr>
                <a:solidFill>
                  <a:schemeClr val="accent4"/>
                </a:solidFill>
              </a:defRPr>
            </a:lvl2pPr>
            <a:lvl3pPr lvl="2" algn="ctr">
              <a:spcBef>
                <a:spcPts val="0"/>
              </a:spcBef>
              <a:spcAft>
                <a:spcPts val="0"/>
              </a:spcAft>
              <a:buClr>
                <a:schemeClr val="accent4"/>
              </a:buClr>
              <a:buSzPts val="1200"/>
              <a:buFont typeface="Inter"/>
              <a:buNone/>
              <a:defRPr>
                <a:solidFill>
                  <a:schemeClr val="accent4"/>
                </a:solidFill>
              </a:defRPr>
            </a:lvl3pPr>
            <a:lvl4pPr lvl="3" algn="ctr">
              <a:spcBef>
                <a:spcPts val="0"/>
              </a:spcBef>
              <a:spcAft>
                <a:spcPts val="0"/>
              </a:spcAft>
              <a:buClr>
                <a:schemeClr val="accent4"/>
              </a:buClr>
              <a:buSzPts val="1200"/>
              <a:buFont typeface="Inter"/>
              <a:buNone/>
              <a:defRPr>
                <a:solidFill>
                  <a:schemeClr val="accent4"/>
                </a:solidFill>
              </a:defRPr>
            </a:lvl4pPr>
            <a:lvl5pPr lvl="4" algn="ctr">
              <a:spcBef>
                <a:spcPts val="0"/>
              </a:spcBef>
              <a:spcAft>
                <a:spcPts val="0"/>
              </a:spcAft>
              <a:buClr>
                <a:schemeClr val="accent4"/>
              </a:buClr>
              <a:buSzPts val="1200"/>
              <a:buFont typeface="Inter"/>
              <a:buNone/>
              <a:defRPr>
                <a:solidFill>
                  <a:schemeClr val="accent4"/>
                </a:solidFill>
              </a:defRPr>
            </a:lvl5pPr>
            <a:lvl6pPr lvl="5" algn="ctr">
              <a:spcBef>
                <a:spcPts val="0"/>
              </a:spcBef>
              <a:spcAft>
                <a:spcPts val="0"/>
              </a:spcAft>
              <a:buClr>
                <a:schemeClr val="accent4"/>
              </a:buClr>
              <a:buSzPts val="1200"/>
              <a:buFont typeface="Inter"/>
              <a:buNone/>
              <a:defRPr>
                <a:solidFill>
                  <a:schemeClr val="accent4"/>
                </a:solidFill>
              </a:defRPr>
            </a:lvl6pPr>
            <a:lvl7pPr lvl="6" algn="ctr">
              <a:spcBef>
                <a:spcPts val="0"/>
              </a:spcBef>
              <a:spcAft>
                <a:spcPts val="0"/>
              </a:spcAft>
              <a:buClr>
                <a:schemeClr val="accent4"/>
              </a:buClr>
              <a:buSzPts val="1200"/>
              <a:buFont typeface="Inter"/>
              <a:buNone/>
              <a:defRPr>
                <a:solidFill>
                  <a:schemeClr val="accent4"/>
                </a:solidFill>
              </a:defRPr>
            </a:lvl7pPr>
            <a:lvl8pPr lvl="7" algn="ctr">
              <a:spcBef>
                <a:spcPts val="0"/>
              </a:spcBef>
              <a:spcAft>
                <a:spcPts val="0"/>
              </a:spcAft>
              <a:buClr>
                <a:schemeClr val="accent4"/>
              </a:buClr>
              <a:buSzPts val="1200"/>
              <a:buFont typeface="Inter"/>
              <a:buNone/>
              <a:defRPr>
                <a:solidFill>
                  <a:schemeClr val="accent4"/>
                </a:solidFill>
              </a:defRPr>
            </a:lvl8pPr>
            <a:lvl9pPr lvl="8" algn="ctr">
              <a:spcBef>
                <a:spcPts val="0"/>
              </a:spcBef>
              <a:spcAft>
                <a:spcPts val="0"/>
              </a:spcAft>
              <a:buClr>
                <a:schemeClr val="accent4"/>
              </a:buClr>
              <a:buSzPts val="1200"/>
              <a:buFont typeface="Inter"/>
              <a:buNone/>
              <a:defRPr>
                <a:solidFill>
                  <a:schemeClr val="accent4"/>
                </a:solidFill>
              </a:defRPr>
            </a:lvl9pPr>
          </a:lstStyle>
          <a:p/>
        </p:txBody>
      </p:sp>
      <p:sp>
        <p:nvSpPr>
          <p:cNvPr id="713" name="Google Shape;713;p45"/>
          <p:cNvSpPr txBox="1"/>
          <p:nvPr>
            <p:ph idx="2" type="subTitle"/>
          </p:nvPr>
        </p:nvSpPr>
        <p:spPr>
          <a:xfrm>
            <a:off x="514575" y="3467000"/>
            <a:ext cx="40575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714" name="Google Shape;714;p45"/>
          <p:cNvSpPr txBox="1"/>
          <p:nvPr>
            <p:ph idx="3" type="subTitle"/>
          </p:nvPr>
        </p:nvSpPr>
        <p:spPr>
          <a:xfrm>
            <a:off x="4572000" y="3467000"/>
            <a:ext cx="4057500" cy="5763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715" name="Google Shape;715;p45"/>
          <p:cNvSpPr txBox="1"/>
          <p:nvPr>
            <p:ph idx="4" type="subTitle"/>
          </p:nvPr>
        </p:nvSpPr>
        <p:spPr>
          <a:xfrm>
            <a:off x="518400" y="4043175"/>
            <a:ext cx="81111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cxnSp>
        <p:nvCxnSpPr>
          <p:cNvPr id="716" name="Google Shape;716;p45"/>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ALT">
  <p:cSld name="BLANK_1_5">
    <p:bg>
      <p:bgPr>
        <a:solidFill>
          <a:schemeClr val="lt1"/>
        </a:solidFill>
      </p:bgPr>
    </p:bg>
    <p:spTree>
      <p:nvGrpSpPr>
        <p:cNvPr id="717" name="Shape 717"/>
        <p:cNvGrpSpPr/>
        <p:nvPr/>
      </p:nvGrpSpPr>
      <p:grpSpPr>
        <a:xfrm>
          <a:off x="0" y="0"/>
          <a:ext cx="0" cy="0"/>
          <a:chOff x="0" y="0"/>
          <a:chExt cx="0" cy="0"/>
        </a:xfrm>
      </p:grpSpPr>
      <p:sp>
        <p:nvSpPr>
          <p:cNvPr id="718" name="Google Shape;718;p46"/>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719" name="Google Shape;719;p46"/>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720" name="Google Shape;720;p46"/>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721" name="Google Shape;721;p46"/>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722" name="Google Shape;722;p4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23" name="Google Shape;723;p46"/>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724" name="Google Shape;724;p4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25" name="Google Shape;725;p4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26" name="Google Shape;726;p46"/>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Team Intro - ALT 2">
  <p:cSld name="BLANK_1_3">
    <p:bg>
      <p:bgPr>
        <a:solidFill>
          <a:schemeClr val="lt2"/>
        </a:solidFill>
      </p:bgPr>
    </p:bg>
    <p:spTree>
      <p:nvGrpSpPr>
        <p:cNvPr id="727" name="Shape 727"/>
        <p:cNvGrpSpPr/>
        <p:nvPr/>
      </p:nvGrpSpPr>
      <p:grpSpPr>
        <a:xfrm>
          <a:off x="0" y="0"/>
          <a:ext cx="0" cy="0"/>
          <a:chOff x="0" y="0"/>
          <a:chExt cx="0" cy="0"/>
        </a:xfrm>
      </p:grpSpPr>
      <p:sp>
        <p:nvSpPr>
          <p:cNvPr id="728" name="Google Shape;728;p47"/>
          <p:cNvSpPr txBox="1"/>
          <p:nvPr>
            <p:ph idx="1" type="body"/>
          </p:nvPr>
        </p:nvSpPr>
        <p:spPr>
          <a:xfrm>
            <a:off x="4684025" y="3361000"/>
            <a:ext cx="20901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0"/>
              </a:spcBef>
              <a:spcAft>
                <a:spcPts val="0"/>
              </a:spcAft>
              <a:buClr>
                <a:schemeClr val="lt1"/>
              </a:buClr>
              <a:buSzPts val="1000"/>
              <a:buChar char="○"/>
              <a:defRPr sz="1000"/>
            </a:lvl2pPr>
            <a:lvl3pPr indent="-292100" lvl="2" marL="1371600" algn="ctr">
              <a:spcBef>
                <a:spcPts val="0"/>
              </a:spcBef>
              <a:spcAft>
                <a:spcPts val="0"/>
              </a:spcAft>
              <a:buClr>
                <a:schemeClr val="lt1"/>
              </a:buClr>
              <a:buSzPts val="1000"/>
              <a:buChar char="■"/>
              <a:defRPr sz="1000"/>
            </a:lvl3pPr>
            <a:lvl4pPr indent="-292100" lvl="3" marL="1828800" algn="ctr">
              <a:spcBef>
                <a:spcPts val="0"/>
              </a:spcBef>
              <a:spcAft>
                <a:spcPts val="0"/>
              </a:spcAft>
              <a:buClr>
                <a:schemeClr val="lt1"/>
              </a:buClr>
              <a:buSzPts val="1000"/>
              <a:buChar char="●"/>
              <a:defRPr sz="1000"/>
            </a:lvl4pPr>
            <a:lvl5pPr indent="-292100" lvl="4" marL="2286000" algn="ctr">
              <a:spcBef>
                <a:spcPts val="0"/>
              </a:spcBef>
              <a:spcAft>
                <a:spcPts val="0"/>
              </a:spcAft>
              <a:buClr>
                <a:schemeClr val="lt1"/>
              </a:buClr>
              <a:buSzPts val="1000"/>
              <a:buChar char="○"/>
              <a:defRPr sz="1000"/>
            </a:lvl5pPr>
            <a:lvl6pPr indent="-292100" lvl="5" marL="2743200" algn="ctr">
              <a:spcBef>
                <a:spcPts val="0"/>
              </a:spcBef>
              <a:spcAft>
                <a:spcPts val="0"/>
              </a:spcAft>
              <a:buClr>
                <a:schemeClr val="lt1"/>
              </a:buClr>
              <a:buSzPts val="1000"/>
              <a:buChar char="■"/>
              <a:defRPr sz="1000"/>
            </a:lvl6pPr>
            <a:lvl7pPr indent="-292100" lvl="6" marL="3200400" algn="ctr">
              <a:spcBef>
                <a:spcPts val="0"/>
              </a:spcBef>
              <a:spcAft>
                <a:spcPts val="0"/>
              </a:spcAft>
              <a:buClr>
                <a:schemeClr val="lt1"/>
              </a:buClr>
              <a:buSzPts val="1000"/>
              <a:buChar char="●"/>
              <a:defRPr sz="1000"/>
            </a:lvl7pPr>
            <a:lvl8pPr indent="-292100" lvl="7" marL="3657600" algn="ctr">
              <a:spcBef>
                <a:spcPts val="0"/>
              </a:spcBef>
              <a:spcAft>
                <a:spcPts val="0"/>
              </a:spcAft>
              <a:buClr>
                <a:schemeClr val="lt1"/>
              </a:buClr>
              <a:buSzPts val="1000"/>
              <a:buChar char="○"/>
              <a:defRPr sz="1000"/>
            </a:lvl8pPr>
            <a:lvl9pPr indent="-292100" lvl="8" marL="4114800" algn="ctr">
              <a:spcBef>
                <a:spcPts val="0"/>
              </a:spcBef>
              <a:spcAft>
                <a:spcPts val="0"/>
              </a:spcAft>
              <a:buClr>
                <a:schemeClr val="lt1"/>
              </a:buClr>
              <a:buSzPts val="1000"/>
              <a:buChar char="■"/>
              <a:defRPr sz="1000"/>
            </a:lvl9pPr>
          </a:lstStyle>
          <a:p/>
        </p:txBody>
      </p:sp>
      <p:sp>
        <p:nvSpPr>
          <p:cNvPr id="729" name="Google Shape;729;p47"/>
          <p:cNvSpPr txBox="1"/>
          <p:nvPr>
            <p:ph idx="2" type="body"/>
          </p:nvPr>
        </p:nvSpPr>
        <p:spPr>
          <a:xfrm>
            <a:off x="6774125" y="3361250"/>
            <a:ext cx="23706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0"/>
              </a:spcBef>
              <a:spcAft>
                <a:spcPts val="0"/>
              </a:spcAft>
              <a:buClr>
                <a:schemeClr val="lt1"/>
              </a:buClr>
              <a:buSzPts val="1000"/>
              <a:buChar char="○"/>
              <a:defRPr sz="1000"/>
            </a:lvl2pPr>
            <a:lvl3pPr indent="-292100" lvl="2" marL="1371600" algn="ctr">
              <a:spcBef>
                <a:spcPts val="0"/>
              </a:spcBef>
              <a:spcAft>
                <a:spcPts val="0"/>
              </a:spcAft>
              <a:buClr>
                <a:schemeClr val="lt1"/>
              </a:buClr>
              <a:buSzPts val="1000"/>
              <a:buChar char="■"/>
              <a:defRPr sz="1000"/>
            </a:lvl3pPr>
            <a:lvl4pPr indent="-292100" lvl="3" marL="1828800" algn="ctr">
              <a:spcBef>
                <a:spcPts val="0"/>
              </a:spcBef>
              <a:spcAft>
                <a:spcPts val="0"/>
              </a:spcAft>
              <a:buClr>
                <a:schemeClr val="lt1"/>
              </a:buClr>
              <a:buSzPts val="1000"/>
              <a:buChar char="●"/>
              <a:defRPr sz="1000"/>
            </a:lvl4pPr>
            <a:lvl5pPr indent="-292100" lvl="4" marL="2286000" algn="ctr">
              <a:spcBef>
                <a:spcPts val="0"/>
              </a:spcBef>
              <a:spcAft>
                <a:spcPts val="0"/>
              </a:spcAft>
              <a:buClr>
                <a:schemeClr val="lt1"/>
              </a:buClr>
              <a:buSzPts val="1000"/>
              <a:buChar char="○"/>
              <a:defRPr sz="1000"/>
            </a:lvl5pPr>
            <a:lvl6pPr indent="-292100" lvl="5" marL="2743200" algn="ctr">
              <a:spcBef>
                <a:spcPts val="0"/>
              </a:spcBef>
              <a:spcAft>
                <a:spcPts val="0"/>
              </a:spcAft>
              <a:buClr>
                <a:schemeClr val="lt1"/>
              </a:buClr>
              <a:buSzPts val="1000"/>
              <a:buChar char="■"/>
              <a:defRPr sz="1000"/>
            </a:lvl6pPr>
            <a:lvl7pPr indent="-292100" lvl="6" marL="3200400" algn="ctr">
              <a:spcBef>
                <a:spcPts val="0"/>
              </a:spcBef>
              <a:spcAft>
                <a:spcPts val="0"/>
              </a:spcAft>
              <a:buClr>
                <a:schemeClr val="lt1"/>
              </a:buClr>
              <a:buSzPts val="1000"/>
              <a:buChar char="●"/>
              <a:defRPr sz="1000"/>
            </a:lvl7pPr>
            <a:lvl8pPr indent="-292100" lvl="7" marL="3657600" algn="ctr">
              <a:spcBef>
                <a:spcPts val="0"/>
              </a:spcBef>
              <a:spcAft>
                <a:spcPts val="0"/>
              </a:spcAft>
              <a:buClr>
                <a:schemeClr val="lt1"/>
              </a:buClr>
              <a:buSzPts val="1000"/>
              <a:buChar char="○"/>
              <a:defRPr sz="1000"/>
            </a:lvl8pPr>
            <a:lvl9pPr indent="-292100" lvl="8" marL="4114800" algn="ctr">
              <a:spcBef>
                <a:spcPts val="0"/>
              </a:spcBef>
              <a:spcAft>
                <a:spcPts val="0"/>
              </a:spcAft>
              <a:buClr>
                <a:schemeClr val="lt1"/>
              </a:buClr>
              <a:buSzPts val="1000"/>
              <a:buChar char="■"/>
              <a:defRPr sz="1000"/>
            </a:lvl9pPr>
          </a:lstStyle>
          <a:p/>
        </p:txBody>
      </p:sp>
      <p:sp>
        <p:nvSpPr>
          <p:cNvPr id="730" name="Google Shape;730;p47"/>
          <p:cNvSpPr txBox="1"/>
          <p:nvPr>
            <p:ph idx="3" type="body"/>
          </p:nvPr>
        </p:nvSpPr>
        <p:spPr>
          <a:xfrm>
            <a:off x="2597175" y="3361000"/>
            <a:ext cx="20868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800"/>
              </a:spcBef>
              <a:spcAft>
                <a:spcPts val="0"/>
              </a:spcAft>
              <a:buClr>
                <a:schemeClr val="lt1"/>
              </a:buClr>
              <a:buSzPts val="1000"/>
              <a:buChar char="○"/>
              <a:defRPr sz="1000"/>
            </a:lvl2pPr>
            <a:lvl3pPr indent="-292100" lvl="2" marL="1371600" algn="ctr">
              <a:spcBef>
                <a:spcPts val="800"/>
              </a:spcBef>
              <a:spcAft>
                <a:spcPts val="0"/>
              </a:spcAft>
              <a:buClr>
                <a:schemeClr val="lt1"/>
              </a:buClr>
              <a:buSzPts val="1000"/>
              <a:buChar char="■"/>
              <a:defRPr sz="1000"/>
            </a:lvl3pPr>
            <a:lvl4pPr indent="-292100" lvl="3" marL="1828800" algn="ctr">
              <a:spcBef>
                <a:spcPts val="800"/>
              </a:spcBef>
              <a:spcAft>
                <a:spcPts val="0"/>
              </a:spcAft>
              <a:buClr>
                <a:schemeClr val="lt1"/>
              </a:buClr>
              <a:buSzPts val="1000"/>
              <a:buChar char="●"/>
              <a:defRPr sz="1000"/>
            </a:lvl4pPr>
            <a:lvl5pPr indent="-292100" lvl="4" marL="2286000" algn="ctr">
              <a:spcBef>
                <a:spcPts val="800"/>
              </a:spcBef>
              <a:spcAft>
                <a:spcPts val="0"/>
              </a:spcAft>
              <a:buClr>
                <a:schemeClr val="lt1"/>
              </a:buClr>
              <a:buSzPts val="1000"/>
              <a:buChar char="○"/>
              <a:defRPr sz="1000"/>
            </a:lvl5pPr>
            <a:lvl6pPr indent="-292100" lvl="5" marL="2743200" algn="ctr">
              <a:spcBef>
                <a:spcPts val="800"/>
              </a:spcBef>
              <a:spcAft>
                <a:spcPts val="0"/>
              </a:spcAft>
              <a:buClr>
                <a:schemeClr val="lt1"/>
              </a:buClr>
              <a:buSzPts val="1000"/>
              <a:buChar char="■"/>
              <a:defRPr sz="1000"/>
            </a:lvl6pPr>
            <a:lvl7pPr indent="-292100" lvl="6" marL="3200400" algn="ctr">
              <a:spcBef>
                <a:spcPts val="800"/>
              </a:spcBef>
              <a:spcAft>
                <a:spcPts val="0"/>
              </a:spcAft>
              <a:buClr>
                <a:schemeClr val="lt1"/>
              </a:buClr>
              <a:buSzPts val="1000"/>
              <a:buChar char="●"/>
              <a:defRPr sz="1000"/>
            </a:lvl7pPr>
            <a:lvl8pPr indent="-292100" lvl="7" marL="3657600" algn="ctr">
              <a:spcBef>
                <a:spcPts val="800"/>
              </a:spcBef>
              <a:spcAft>
                <a:spcPts val="0"/>
              </a:spcAft>
              <a:buClr>
                <a:schemeClr val="lt1"/>
              </a:buClr>
              <a:buSzPts val="1000"/>
              <a:buChar char="○"/>
              <a:defRPr sz="1000"/>
            </a:lvl8pPr>
            <a:lvl9pPr indent="-292100" lvl="8" marL="4114800" algn="ctr">
              <a:spcBef>
                <a:spcPts val="800"/>
              </a:spcBef>
              <a:spcAft>
                <a:spcPts val="800"/>
              </a:spcAft>
              <a:buClr>
                <a:schemeClr val="lt1"/>
              </a:buClr>
              <a:buSzPts val="1000"/>
              <a:buChar char="■"/>
              <a:defRPr sz="1000"/>
            </a:lvl9pPr>
          </a:lstStyle>
          <a:p/>
        </p:txBody>
      </p:sp>
      <p:sp>
        <p:nvSpPr>
          <p:cNvPr id="731" name="Google Shape;731;p47"/>
          <p:cNvSpPr txBox="1"/>
          <p:nvPr>
            <p:ph idx="4" type="body"/>
          </p:nvPr>
        </p:nvSpPr>
        <p:spPr>
          <a:xfrm>
            <a:off x="520425" y="3361000"/>
            <a:ext cx="20775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Font typeface="Inter"/>
              <a:buChar char="●"/>
              <a:defRPr sz="1000"/>
            </a:lvl1pPr>
            <a:lvl2pPr indent="-292100" lvl="1" marL="914400" algn="ctr">
              <a:spcBef>
                <a:spcPts val="0"/>
              </a:spcBef>
              <a:spcAft>
                <a:spcPts val="0"/>
              </a:spcAft>
              <a:buClr>
                <a:schemeClr val="lt1"/>
              </a:buClr>
              <a:buSzPts val="1000"/>
              <a:buFont typeface="Inter"/>
              <a:buChar char="○"/>
              <a:defRPr sz="1000"/>
            </a:lvl2pPr>
            <a:lvl3pPr indent="-292100" lvl="2" marL="1371600" algn="ctr">
              <a:spcBef>
                <a:spcPts val="0"/>
              </a:spcBef>
              <a:spcAft>
                <a:spcPts val="0"/>
              </a:spcAft>
              <a:buClr>
                <a:schemeClr val="lt1"/>
              </a:buClr>
              <a:buSzPts val="1000"/>
              <a:buFont typeface="Inter"/>
              <a:buChar char="■"/>
              <a:defRPr sz="1000"/>
            </a:lvl3pPr>
            <a:lvl4pPr indent="-292100" lvl="3" marL="1828800" algn="ctr">
              <a:spcBef>
                <a:spcPts val="0"/>
              </a:spcBef>
              <a:spcAft>
                <a:spcPts val="0"/>
              </a:spcAft>
              <a:buClr>
                <a:schemeClr val="lt1"/>
              </a:buClr>
              <a:buSzPts val="1000"/>
              <a:buFont typeface="Inter"/>
              <a:buChar char="●"/>
              <a:defRPr sz="1000"/>
            </a:lvl4pPr>
            <a:lvl5pPr indent="-292100" lvl="4" marL="2286000" algn="ctr">
              <a:spcBef>
                <a:spcPts val="0"/>
              </a:spcBef>
              <a:spcAft>
                <a:spcPts val="0"/>
              </a:spcAft>
              <a:buClr>
                <a:schemeClr val="lt1"/>
              </a:buClr>
              <a:buSzPts val="1000"/>
              <a:buFont typeface="Inter"/>
              <a:buChar char="○"/>
              <a:defRPr sz="1000"/>
            </a:lvl5pPr>
            <a:lvl6pPr indent="-292100" lvl="5" marL="2743200" algn="ctr">
              <a:spcBef>
                <a:spcPts val="0"/>
              </a:spcBef>
              <a:spcAft>
                <a:spcPts val="0"/>
              </a:spcAft>
              <a:buClr>
                <a:schemeClr val="lt1"/>
              </a:buClr>
              <a:buSzPts val="1000"/>
              <a:buFont typeface="Inter"/>
              <a:buChar char="■"/>
              <a:defRPr sz="1000"/>
            </a:lvl6pPr>
            <a:lvl7pPr indent="-292100" lvl="6" marL="3200400" algn="ctr">
              <a:spcBef>
                <a:spcPts val="0"/>
              </a:spcBef>
              <a:spcAft>
                <a:spcPts val="0"/>
              </a:spcAft>
              <a:buClr>
                <a:schemeClr val="lt1"/>
              </a:buClr>
              <a:buSzPts val="1000"/>
              <a:buFont typeface="Inter"/>
              <a:buChar char="●"/>
              <a:defRPr sz="1000"/>
            </a:lvl7pPr>
            <a:lvl8pPr indent="-292100" lvl="7" marL="3657600" algn="ctr">
              <a:spcBef>
                <a:spcPts val="0"/>
              </a:spcBef>
              <a:spcAft>
                <a:spcPts val="0"/>
              </a:spcAft>
              <a:buClr>
                <a:schemeClr val="lt1"/>
              </a:buClr>
              <a:buSzPts val="1000"/>
              <a:buFont typeface="Inter"/>
              <a:buChar char="○"/>
              <a:defRPr sz="1000"/>
            </a:lvl8pPr>
            <a:lvl9pPr indent="-292100" lvl="8" marL="4114800" algn="ctr">
              <a:spcBef>
                <a:spcPts val="0"/>
              </a:spcBef>
              <a:spcAft>
                <a:spcPts val="0"/>
              </a:spcAft>
              <a:buClr>
                <a:schemeClr val="lt1"/>
              </a:buClr>
              <a:buSzPts val="1000"/>
              <a:buFont typeface="Inter"/>
              <a:buChar char="■"/>
              <a:defRPr sz="1000"/>
            </a:lvl9pPr>
          </a:lstStyle>
          <a:p/>
        </p:txBody>
      </p:sp>
      <p:sp>
        <p:nvSpPr>
          <p:cNvPr id="732" name="Google Shape;732;p47"/>
          <p:cNvSpPr/>
          <p:nvPr/>
        </p:nvSpPr>
        <p:spPr>
          <a:xfrm rot="-5400000">
            <a:off x="7573550" y="1789950"/>
            <a:ext cx="771000" cy="237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733" name="Google Shape;733;p47"/>
          <p:cNvSpPr/>
          <p:nvPr/>
        </p:nvSpPr>
        <p:spPr>
          <a:xfrm rot="-5400000">
            <a:off x="5343575" y="1930200"/>
            <a:ext cx="771000" cy="2090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734" name="Google Shape;734;p47"/>
          <p:cNvSpPr/>
          <p:nvPr/>
        </p:nvSpPr>
        <p:spPr>
          <a:xfrm rot="-5400000">
            <a:off x="3255125" y="1931850"/>
            <a:ext cx="771000" cy="2086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735" name="Google Shape;735;p47"/>
          <p:cNvSpPr/>
          <p:nvPr/>
        </p:nvSpPr>
        <p:spPr>
          <a:xfrm rot="-5400000">
            <a:off x="1173425" y="1936950"/>
            <a:ext cx="771000" cy="207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736" name="Google Shape;736;p47"/>
          <p:cNvSpPr txBox="1"/>
          <p:nvPr>
            <p:ph idx="5" type="subTitle"/>
          </p:nvPr>
        </p:nvSpPr>
        <p:spPr>
          <a:xfrm>
            <a:off x="520425" y="2589750"/>
            <a:ext cx="20901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37" name="Google Shape;737;p47"/>
          <p:cNvSpPr txBox="1"/>
          <p:nvPr>
            <p:ph idx="6" type="subTitle"/>
          </p:nvPr>
        </p:nvSpPr>
        <p:spPr>
          <a:xfrm>
            <a:off x="2597225" y="2589750"/>
            <a:ext cx="20766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38" name="Google Shape;738;p47"/>
          <p:cNvSpPr txBox="1"/>
          <p:nvPr>
            <p:ph idx="7" type="subTitle"/>
          </p:nvPr>
        </p:nvSpPr>
        <p:spPr>
          <a:xfrm>
            <a:off x="4685675" y="2589750"/>
            <a:ext cx="20901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39" name="Google Shape;739;p47"/>
          <p:cNvSpPr txBox="1"/>
          <p:nvPr>
            <p:ph idx="8" type="subTitle"/>
          </p:nvPr>
        </p:nvSpPr>
        <p:spPr>
          <a:xfrm>
            <a:off x="6773425" y="2589750"/>
            <a:ext cx="23706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40" name="Google Shape;740;p47"/>
          <p:cNvSpPr/>
          <p:nvPr>
            <p:ph idx="9" type="pic"/>
          </p:nvPr>
        </p:nvSpPr>
        <p:spPr>
          <a:xfrm>
            <a:off x="6773402" y="841675"/>
            <a:ext cx="2370600" cy="1748700"/>
          </a:xfrm>
          <a:prstGeom prst="rect">
            <a:avLst/>
          </a:prstGeom>
          <a:noFill/>
          <a:ln>
            <a:noFill/>
          </a:ln>
        </p:spPr>
      </p:sp>
      <p:sp>
        <p:nvSpPr>
          <p:cNvPr id="741" name="Google Shape;741;p47"/>
          <p:cNvSpPr/>
          <p:nvPr>
            <p:ph idx="13" type="pic"/>
          </p:nvPr>
        </p:nvSpPr>
        <p:spPr>
          <a:xfrm>
            <a:off x="4685838" y="841675"/>
            <a:ext cx="2086800" cy="1748700"/>
          </a:xfrm>
          <a:prstGeom prst="rect">
            <a:avLst/>
          </a:prstGeom>
          <a:noFill/>
          <a:ln>
            <a:noFill/>
          </a:ln>
        </p:spPr>
      </p:sp>
      <p:sp>
        <p:nvSpPr>
          <p:cNvPr id="742" name="Google Shape;742;p47"/>
          <p:cNvSpPr/>
          <p:nvPr>
            <p:ph idx="14" type="pic"/>
          </p:nvPr>
        </p:nvSpPr>
        <p:spPr>
          <a:xfrm>
            <a:off x="2597225" y="841675"/>
            <a:ext cx="2086800" cy="1748700"/>
          </a:xfrm>
          <a:prstGeom prst="rect">
            <a:avLst/>
          </a:prstGeom>
          <a:noFill/>
          <a:ln>
            <a:noFill/>
          </a:ln>
        </p:spPr>
      </p:sp>
      <p:sp>
        <p:nvSpPr>
          <p:cNvPr id="743" name="Google Shape;743;p47"/>
          <p:cNvSpPr/>
          <p:nvPr>
            <p:ph idx="15" type="pic"/>
          </p:nvPr>
        </p:nvSpPr>
        <p:spPr>
          <a:xfrm>
            <a:off x="520725" y="841675"/>
            <a:ext cx="2076600" cy="1748700"/>
          </a:xfrm>
          <a:prstGeom prst="rect">
            <a:avLst/>
          </a:prstGeom>
          <a:noFill/>
          <a:ln>
            <a:noFill/>
          </a:ln>
        </p:spPr>
      </p:sp>
      <p:cxnSp>
        <p:nvCxnSpPr>
          <p:cNvPr id="744" name="Google Shape;744;p47"/>
          <p:cNvCxnSpPr/>
          <p:nvPr/>
        </p:nvCxnSpPr>
        <p:spPr>
          <a:xfrm>
            <a:off x="2598000" y="842050"/>
            <a:ext cx="0" cy="4301700"/>
          </a:xfrm>
          <a:prstGeom prst="straightConnector1">
            <a:avLst/>
          </a:prstGeom>
          <a:noFill/>
          <a:ln cap="flat" cmpd="sng" w="9525">
            <a:solidFill>
              <a:schemeClr val="lt1"/>
            </a:solidFill>
            <a:prstDash val="solid"/>
            <a:round/>
            <a:headEnd len="sm" w="sm" type="none"/>
            <a:tailEnd len="sm" w="sm" type="none"/>
          </a:ln>
        </p:spPr>
      </p:cxnSp>
      <p:cxnSp>
        <p:nvCxnSpPr>
          <p:cNvPr id="745" name="Google Shape;745;p47"/>
          <p:cNvCxnSpPr/>
          <p:nvPr/>
        </p:nvCxnSpPr>
        <p:spPr>
          <a:xfrm>
            <a:off x="6773750" y="841675"/>
            <a:ext cx="0" cy="4301700"/>
          </a:xfrm>
          <a:prstGeom prst="straightConnector1">
            <a:avLst/>
          </a:prstGeom>
          <a:noFill/>
          <a:ln cap="flat" cmpd="sng" w="9525">
            <a:solidFill>
              <a:schemeClr val="lt1"/>
            </a:solidFill>
            <a:prstDash val="solid"/>
            <a:round/>
            <a:headEnd len="sm" w="sm" type="none"/>
            <a:tailEnd len="sm" w="sm" type="none"/>
          </a:ln>
        </p:spPr>
      </p:cxnSp>
      <p:cxnSp>
        <p:nvCxnSpPr>
          <p:cNvPr id="746" name="Google Shape;746;p47"/>
          <p:cNvCxnSpPr/>
          <p:nvPr/>
        </p:nvCxnSpPr>
        <p:spPr>
          <a:xfrm>
            <a:off x="4684713" y="842026"/>
            <a:ext cx="0" cy="4301700"/>
          </a:xfrm>
          <a:prstGeom prst="straightConnector1">
            <a:avLst/>
          </a:prstGeom>
          <a:noFill/>
          <a:ln cap="flat" cmpd="sng" w="9525">
            <a:solidFill>
              <a:schemeClr val="lt1"/>
            </a:solidFill>
            <a:prstDash val="solid"/>
            <a:round/>
            <a:headEnd len="sm" w="sm" type="none"/>
            <a:tailEnd len="sm" w="sm" type="none"/>
          </a:ln>
        </p:spPr>
      </p:cxnSp>
      <p:cxnSp>
        <p:nvCxnSpPr>
          <p:cNvPr id="747" name="Google Shape;747;p47"/>
          <p:cNvCxnSpPr/>
          <p:nvPr/>
        </p:nvCxnSpPr>
        <p:spPr>
          <a:xfrm rot="10800000">
            <a:off x="520800" y="3361000"/>
            <a:ext cx="8623200" cy="0"/>
          </a:xfrm>
          <a:prstGeom prst="straightConnector1">
            <a:avLst/>
          </a:prstGeom>
          <a:noFill/>
          <a:ln cap="flat" cmpd="sng" w="9525">
            <a:solidFill>
              <a:schemeClr val="lt1"/>
            </a:solidFill>
            <a:prstDash val="solid"/>
            <a:round/>
            <a:headEnd len="sm" w="sm" type="none"/>
            <a:tailEnd len="sm" w="sm" type="none"/>
          </a:ln>
        </p:spPr>
      </p:cxnSp>
      <p:cxnSp>
        <p:nvCxnSpPr>
          <p:cNvPr id="748" name="Google Shape;748;p47"/>
          <p:cNvCxnSpPr/>
          <p:nvPr/>
        </p:nvCxnSpPr>
        <p:spPr>
          <a:xfrm rot="10800000">
            <a:off x="520800" y="2590425"/>
            <a:ext cx="8623200" cy="0"/>
          </a:xfrm>
          <a:prstGeom prst="straightConnector1">
            <a:avLst/>
          </a:prstGeom>
          <a:noFill/>
          <a:ln cap="flat" cmpd="sng" w="9525">
            <a:solidFill>
              <a:schemeClr val="lt1"/>
            </a:solidFill>
            <a:prstDash val="solid"/>
            <a:round/>
            <a:headEnd len="sm" w="sm" type="none"/>
            <a:tailEnd len="sm" w="sm" type="none"/>
          </a:ln>
        </p:spPr>
      </p:cxnSp>
      <p:sp>
        <p:nvSpPr>
          <p:cNvPr id="749" name="Google Shape;749;p47"/>
          <p:cNvSpPr txBox="1"/>
          <p:nvPr>
            <p:ph idx="1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50" name="Google Shape;750;p47"/>
          <p:cNvSpPr txBox="1"/>
          <p:nvPr>
            <p:ph idx="1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51" name="Google Shape;751;p47"/>
          <p:cNvSpPr txBox="1"/>
          <p:nvPr>
            <p:ph idx="1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752" name="Google Shape;752;p4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53" name="Google Shape;753;p4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754" name="Google Shape;754;p4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55" name="Google Shape;755;p4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56" name="Google Shape;756;p47"/>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757" name="Google Shape;757;p47"/>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2">
    <p:bg>
      <p:bgPr>
        <a:solidFill>
          <a:schemeClr val="lt1"/>
        </a:solidFill>
      </p:bgPr>
    </p:bg>
    <p:spTree>
      <p:nvGrpSpPr>
        <p:cNvPr id="758" name="Shape 758"/>
        <p:cNvGrpSpPr/>
        <p:nvPr/>
      </p:nvGrpSpPr>
      <p:grpSpPr>
        <a:xfrm>
          <a:off x="0" y="0"/>
          <a:ext cx="0" cy="0"/>
          <a:chOff x="0" y="0"/>
          <a:chExt cx="0" cy="0"/>
        </a:xfrm>
      </p:grpSpPr>
      <p:grpSp>
        <p:nvGrpSpPr>
          <p:cNvPr id="759" name="Google Shape;759;p48"/>
          <p:cNvGrpSpPr/>
          <p:nvPr/>
        </p:nvGrpSpPr>
        <p:grpSpPr>
          <a:xfrm rot="5400000">
            <a:off x="593777" y="660623"/>
            <a:ext cx="369896" cy="333900"/>
            <a:chOff x="96076" y="654376"/>
            <a:chExt cx="369896" cy="333900"/>
          </a:xfrm>
        </p:grpSpPr>
        <p:cxnSp>
          <p:nvCxnSpPr>
            <p:cNvPr id="760" name="Google Shape;760;p48"/>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761" name="Google Shape;761;p4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62" name="Google Shape;762;p4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63" name="Google Shape;763;p48"/>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3200"/>
              <a:buFont typeface="Gowun Batang"/>
              <a:buNone/>
              <a:defRPr>
                <a:solidFill>
                  <a:schemeClr val="dk1"/>
                </a:solidFill>
              </a:defRPr>
            </a:lvl1pPr>
            <a:lvl2pPr lvl="1">
              <a:spcBef>
                <a:spcPts val="0"/>
              </a:spcBef>
              <a:spcAft>
                <a:spcPts val="0"/>
              </a:spcAft>
              <a:buClr>
                <a:schemeClr val="dk1"/>
              </a:buClr>
              <a:buSzPts val="4400"/>
              <a:buFont typeface="Gowun Batang"/>
              <a:buNone/>
              <a:defRPr sz="4400">
                <a:solidFill>
                  <a:schemeClr val="dk1"/>
                </a:solidFill>
              </a:defRPr>
            </a:lvl2pPr>
            <a:lvl3pPr lvl="2">
              <a:spcBef>
                <a:spcPts val="0"/>
              </a:spcBef>
              <a:spcAft>
                <a:spcPts val="0"/>
              </a:spcAft>
              <a:buClr>
                <a:schemeClr val="dk1"/>
              </a:buClr>
              <a:buSzPts val="4400"/>
              <a:buFont typeface="Gowun Batang"/>
              <a:buNone/>
              <a:defRPr sz="4400">
                <a:solidFill>
                  <a:schemeClr val="dk1"/>
                </a:solidFill>
              </a:defRPr>
            </a:lvl3pPr>
            <a:lvl4pPr lvl="3">
              <a:spcBef>
                <a:spcPts val="0"/>
              </a:spcBef>
              <a:spcAft>
                <a:spcPts val="0"/>
              </a:spcAft>
              <a:buClr>
                <a:schemeClr val="dk1"/>
              </a:buClr>
              <a:buSzPts val="4400"/>
              <a:buFont typeface="Gowun Batang"/>
              <a:buNone/>
              <a:defRPr sz="4400">
                <a:solidFill>
                  <a:schemeClr val="dk1"/>
                </a:solidFill>
              </a:defRPr>
            </a:lvl4pPr>
            <a:lvl5pPr lvl="4">
              <a:spcBef>
                <a:spcPts val="0"/>
              </a:spcBef>
              <a:spcAft>
                <a:spcPts val="0"/>
              </a:spcAft>
              <a:buClr>
                <a:schemeClr val="dk1"/>
              </a:buClr>
              <a:buSzPts val="4400"/>
              <a:buFont typeface="Gowun Batang"/>
              <a:buNone/>
              <a:defRPr sz="4400">
                <a:solidFill>
                  <a:schemeClr val="dk1"/>
                </a:solidFill>
              </a:defRPr>
            </a:lvl5pPr>
            <a:lvl6pPr lvl="5">
              <a:spcBef>
                <a:spcPts val="0"/>
              </a:spcBef>
              <a:spcAft>
                <a:spcPts val="0"/>
              </a:spcAft>
              <a:buClr>
                <a:schemeClr val="dk1"/>
              </a:buClr>
              <a:buSzPts val="4400"/>
              <a:buFont typeface="Gowun Batang"/>
              <a:buNone/>
              <a:defRPr sz="4400">
                <a:solidFill>
                  <a:schemeClr val="dk1"/>
                </a:solidFill>
              </a:defRPr>
            </a:lvl6pPr>
            <a:lvl7pPr lvl="6">
              <a:spcBef>
                <a:spcPts val="0"/>
              </a:spcBef>
              <a:spcAft>
                <a:spcPts val="0"/>
              </a:spcAft>
              <a:buClr>
                <a:schemeClr val="dk1"/>
              </a:buClr>
              <a:buSzPts val="4400"/>
              <a:buFont typeface="Gowun Batang"/>
              <a:buNone/>
              <a:defRPr sz="4400">
                <a:solidFill>
                  <a:schemeClr val="dk1"/>
                </a:solidFill>
              </a:defRPr>
            </a:lvl7pPr>
            <a:lvl8pPr lvl="7">
              <a:spcBef>
                <a:spcPts val="0"/>
              </a:spcBef>
              <a:spcAft>
                <a:spcPts val="0"/>
              </a:spcAft>
              <a:buClr>
                <a:schemeClr val="dk1"/>
              </a:buClr>
              <a:buSzPts val="4400"/>
              <a:buFont typeface="Gowun Batang"/>
              <a:buNone/>
              <a:defRPr sz="4400">
                <a:solidFill>
                  <a:schemeClr val="dk1"/>
                </a:solidFill>
              </a:defRPr>
            </a:lvl8pPr>
            <a:lvl9pPr lvl="8">
              <a:spcBef>
                <a:spcPts val="0"/>
              </a:spcBef>
              <a:spcAft>
                <a:spcPts val="0"/>
              </a:spcAft>
              <a:buClr>
                <a:schemeClr val="dk1"/>
              </a:buClr>
              <a:buSzPts val="4400"/>
              <a:buFont typeface="Gowun Batang"/>
              <a:buNone/>
              <a:defRPr sz="4400">
                <a:solidFill>
                  <a:schemeClr val="dk1"/>
                </a:solidFill>
              </a:defRPr>
            </a:lvl9pPr>
          </a:lstStyle>
          <a:p/>
        </p:txBody>
      </p:sp>
      <p:sp>
        <p:nvSpPr>
          <p:cNvPr id="764" name="Google Shape;764;p48"/>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sp>
        <p:nvSpPr>
          <p:cNvPr id="765" name="Google Shape;765;p48"/>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766" name="Google Shape;766;p48"/>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767" name="Google Shape;767;p48"/>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768" name="Google Shape;768;p48"/>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769" name="Google Shape;769;p48"/>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70" name="Google Shape;770;p48"/>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71" name="Google Shape;771;p48"/>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72" name="Google Shape;772;p48"/>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73" name="Google Shape;773;p48"/>
          <p:cNvCxnSpPr/>
          <p:nvPr/>
        </p:nvCxnSpPr>
        <p:spPr>
          <a:xfrm>
            <a:off x="1042100" y="1217450"/>
            <a:ext cx="81024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LANK_1_1_1">
    <p:bg>
      <p:bgPr>
        <a:solidFill>
          <a:schemeClr val="lt2"/>
        </a:solidFill>
      </p:bgPr>
    </p:bg>
    <p:spTree>
      <p:nvGrpSpPr>
        <p:cNvPr id="774" name="Shape 774"/>
        <p:cNvGrpSpPr/>
        <p:nvPr/>
      </p:nvGrpSpPr>
      <p:grpSpPr>
        <a:xfrm>
          <a:off x="0" y="0"/>
          <a:ext cx="0" cy="0"/>
          <a:chOff x="0" y="0"/>
          <a:chExt cx="0" cy="0"/>
        </a:xfrm>
      </p:grpSpPr>
      <p:grpSp>
        <p:nvGrpSpPr>
          <p:cNvPr id="775" name="Google Shape;775;p49"/>
          <p:cNvGrpSpPr/>
          <p:nvPr/>
        </p:nvGrpSpPr>
        <p:grpSpPr>
          <a:xfrm rot="5400000">
            <a:off x="593777" y="654575"/>
            <a:ext cx="369896" cy="333900"/>
            <a:chOff x="96076" y="654376"/>
            <a:chExt cx="369896" cy="333900"/>
          </a:xfrm>
        </p:grpSpPr>
        <p:cxnSp>
          <p:nvCxnSpPr>
            <p:cNvPr id="776" name="Google Shape;776;p4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77" name="Google Shape;777;p4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78" name="Google Shape;778;p4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779" name="Google Shape;779;p49"/>
          <p:cNvCxnSpPr/>
          <p:nvPr/>
        </p:nvCxnSpPr>
        <p:spPr>
          <a:xfrm>
            <a:off x="5019250" y="1307650"/>
            <a:ext cx="0" cy="3851400"/>
          </a:xfrm>
          <a:prstGeom prst="straightConnector1">
            <a:avLst/>
          </a:prstGeom>
          <a:noFill/>
          <a:ln cap="flat" cmpd="sng" w="9525">
            <a:solidFill>
              <a:schemeClr val="lt1"/>
            </a:solidFill>
            <a:prstDash val="solid"/>
            <a:round/>
            <a:headEnd len="sm" w="sm" type="none"/>
            <a:tailEnd len="sm" w="sm" type="none"/>
          </a:ln>
        </p:spPr>
      </p:cxnSp>
      <p:cxnSp>
        <p:nvCxnSpPr>
          <p:cNvPr id="780" name="Google Shape;780;p49"/>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81" name="Google Shape;781;p4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82" name="Google Shape;782;p4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83" name="Google Shape;783;p49"/>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84" name="Google Shape;784;p49"/>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85" name="Google Shape;785;p49"/>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86" name="Google Shape;786;p49"/>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87" name="Google Shape;787;p49"/>
          <p:cNvSpPr txBox="1"/>
          <p:nvPr>
            <p:ph idx="2" type="body"/>
          </p:nvPr>
        </p:nvSpPr>
        <p:spPr>
          <a:xfrm>
            <a:off x="501925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88" name="Google Shape;788;p49"/>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_2">
    <p:bg>
      <p:bgPr>
        <a:solidFill>
          <a:schemeClr val="lt2"/>
        </a:solidFill>
      </p:bgPr>
    </p:bg>
    <p:spTree>
      <p:nvGrpSpPr>
        <p:cNvPr id="789" name="Shape 789"/>
        <p:cNvGrpSpPr/>
        <p:nvPr/>
      </p:nvGrpSpPr>
      <p:grpSpPr>
        <a:xfrm>
          <a:off x="0" y="0"/>
          <a:ext cx="0" cy="0"/>
          <a:chOff x="0" y="0"/>
          <a:chExt cx="0" cy="0"/>
        </a:xfrm>
      </p:grpSpPr>
      <p:grpSp>
        <p:nvGrpSpPr>
          <p:cNvPr id="790" name="Google Shape;790;p50"/>
          <p:cNvGrpSpPr/>
          <p:nvPr/>
        </p:nvGrpSpPr>
        <p:grpSpPr>
          <a:xfrm rot="5400000">
            <a:off x="593777" y="658085"/>
            <a:ext cx="369896" cy="333900"/>
            <a:chOff x="96076" y="654376"/>
            <a:chExt cx="369896" cy="333900"/>
          </a:xfrm>
        </p:grpSpPr>
        <p:cxnSp>
          <p:nvCxnSpPr>
            <p:cNvPr id="791" name="Google Shape;791;p5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92" name="Google Shape;792;p5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93" name="Google Shape;793;p5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794" name="Google Shape;794;p50"/>
          <p:cNvCxnSpPr/>
          <p:nvPr/>
        </p:nvCxnSpPr>
        <p:spPr>
          <a:xfrm>
            <a:off x="5019250" y="1307650"/>
            <a:ext cx="0" cy="3851400"/>
          </a:xfrm>
          <a:prstGeom prst="straightConnector1">
            <a:avLst/>
          </a:prstGeom>
          <a:noFill/>
          <a:ln cap="flat" cmpd="sng" w="9525">
            <a:solidFill>
              <a:schemeClr val="lt1"/>
            </a:solidFill>
            <a:prstDash val="solid"/>
            <a:round/>
            <a:headEnd len="sm" w="sm" type="none"/>
            <a:tailEnd len="sm" w="sm" type="none"/>
          </a:ln>
        </p:spPr>
      </p:cxnSp>
      <p:cxnSp>
        <p:nvCxnSpPr>
          <p:cNvPr id="795" name="Google Shape;795;p50"/>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96" name="Google Shape;796;p5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97" name="Google Shape;797;p5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98" name="Google Shape;798;p50"/>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99" name="Google Shape;799;p50"/>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00" name="Google Shape;800;p50"/>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01" name="Google Shape;801;p50"/>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sp>
        <p:nvSpPr>
          <p:cNvPr id="802" name="Google Shape;802;p50"/>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803" name="Google Shape;803;p50"/>
          <p:cNvSpPr txBox="1"/>
          <p:nvPr>
            <p:ph idx="2" type="body"/>
          </p:nvPr>
        </p:nvSpPr>
        <p:spPr>
          <a:xfrm>
            <a:off x="501925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804" name="Google Shape;804;p50"/>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05" name="Google Shape;805;p50"/>
          <p:cNvSpPr txBox="1"/>
          <p:nvPr>
            <p:ph idx="4"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06" name="Google Shape;806;p50"/>
          <p:cNvSpPr txBox="1"/>
          <p:nvPr>
            <p:ph idx="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07" name="Google Shape;807;p50"/>
          <p:cNvSpPr txBox="1"/>
          <p:nvPr>
            <p:ph idx="6" type="title"/>
          </p:nvPr>
        </p:nvSpPr>
        <p:spPr>
          <a:xfrm>
            <a:off x="104210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
        <p:nvSpPr>
          <p:cNvPr id="808" name="Google Shape;808;p50"/>
          <p:cNvSpPr txBox="1"/>
          <p:nvPr>
            <p:ph idx="7" type="title"/>
          </p:nvPr>
        </p:nvSpPr>
        <p:spPr>
          <a:xfrm>
            <a:off x="501925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bg>
      <p:bgPr>
        <a:solidFill>
          <a:schemeClr val="lt2"/>
        </a:solidFill>
      </p:bgPr>
    </p:bg>
    <p:spTree>
      <p:nvGrpSpPr>
        <p:cNvPr id="809" name="Shape 809"/>
        <p:cNvGrpSpPr/>
        <p:nvPr/>
      </p:nvGrpSpPr>
      <p:grpSpPr>
        <a:xfrm>
          <a:off x="0" y="0"/>
          <a:ext cx="0" cy="0"/>
          <a:chOff x="0" y="0"/>
          <a:chExt cx="0" cy="0"/>
        </a:xfrm>
      </p:grpSpPr>
      <p:grpSp>
        <p:nvGrpSpPr>
          <p:cNvPr id="810" name="Google Shape;810;p51"/>
          <p:cNvGrpSpPr/>
          <p:nvPr/>
        </p:nvGrpSpPr>
        <p:grpSpPr>
          <a:xfrm rot="5400000">
            <a:off x="593777" y="658085"/>
            <a:ext cx="369896" cy="333900"/>
            <a:chOff x="96076" y="654376"/>
            <a:chExt cx="369896" cy="333900"/>
          </a:xfrm>
        </p:grpSpPr>
        <p:cxnSp>
          <p:nvCxnSpPr>
            <p:cNvPr id="811" name="Google Shape;811;p51"/>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12" name="Google Shape;812;p51"/>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13" name="Google Shape;813;p51"/>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14" name="Google Shape;814;p51"/>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15" name="Google Shape;815;p51"/>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16" name="Google Shape;816;p5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17" name="Google Shape;817;p5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18" name="Google Shape;818;p51"/>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19" name="Google Shape;819;p51"/>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20" name="Google Shape;820;p51"/>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_2">
    <p:bg>
      <p:bgPr>
        <a:solidFill>
          <a:schemeClr val="lt2"/>
        </a:solidFill>
      </p:bgPr>
    </p:bg>
    <p:spTree>
      <p:nvGrpSpPr>
        <p:cNvPr id="821" name="Shape 821"/>
        <p:cNvGrpSpPr/>
        <p:nvPr/>
      </p:nvGrpSpPr>
      <p:grpSpPr>
        <a:xfrm>
          <a:off x="0" y="0"/>
          <a:ext cx="0" cy="0"/>
          <a:chOff x="0" y="0"/>
          <a:chExt cx="0" cy="0"/>
        </a:xfrm>
      </p:grpSpPr>
      <p:grpSp>
        <p:nvGrpSpPr>
          <p:cNvPr id="822" name="Google Shape;822;p52"/>
          <p:cNvGrpSpPr/>
          <p:nvPr/>
        </p:nvGrpSpPr>
        <p:grpSpPr>
          <a:xfrm rot="5400000">
            <a:off x="593777" y="658085"/>
            <a:ext cx="369896" cy="333900"/>
            <a:chOff x="96076" y="654376"/>
            <a:chExt cx="369896" cy="333900"/>
          </a:xfrm>
        </p:grpSpPr>
        <p:cxnSp>
          <p:nvCxnSpPr>
            <p:cNvPr id="823" name="Google Shape;823;p52"/>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24" name="Google Shape;824;p52"/>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25" name="Google Shape;825;p52"/>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26" name="Google Shape;826;p52"/>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27" name="Google Shape;827;p52"/>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28" name="Google Shape;828;p5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29" name="Google Shape;829;p5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30" name="Google Shape;830;p52"/>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1" name="Google Shape;831;p52"/>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2" name="Google Shape;832;p52"/>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33" name="Google Shape;833;p5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34" name="Google Shape;834;p52"/>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35" name="Google Shape;835;p52"/>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BLANK_1_1_1_1_1">
    <p:bg>
      <p:bgPr>
        <a:solidFill>
          <a:schemeClr val="lt2"/>
        </a:solidFill>
      </p:bgPr>
    </p:bg>
    <p:spTree>
      <p:nvGrpSpPr>
        <p:cNvPr id="836" name="Shape 836"/>
        <p:cNvGrpSpPr/>
        <p:nvPr/>
      </p:nvGrpSpPr>
      <p:grpSpPr>
        <a:xfrm>
          <a:off x="0" y="0"/>
          <a:ext cx="0" cy="0"/>
          <a:chOff x="0" y="0"/>
          <a:chExt cx="0" cy="0"/>
        </a:xfrm>
      </p:grpSpPr>
      <p:grpSp>
        <p:nvGrpSpPr>
          <p:cNvPr id="837" name="Google Shape;837;p53"/>
          <p:cNvGrpSpPr/>
          <p:nvPr/>
        </p:nvGrpSpPr>
        <p:grpSpPr>
          <a:xfrm rot="5400000">
            <a:off x="593777" y="658085"/>
            <a:ext cx="369896" cy="333900"/>
            <a:chOff x="96076" y="654376"/>
            <a:chExt cx="369896" cy="333900"/>
          </a:xfrm>
        </p:grpSpPr>
        <p:cxnSp>
          <p:nvCxnSpPr>
            <p:cNvPr id="838" name="Google Shape;838;p5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39" name="Google Shape;839;p5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40" name="Google Shape;840;p5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41" name="Google Shape;841;p53"/>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42" name="Google Shape;842;p53"/>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43" name="Google Shape;843;p5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44" name="Google Shape;844;p5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45" name="Google Shape;845;p53"/>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46" name="Google Shape;846;p53"/>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47" name="Google Shape;847;p53"/>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48" name="Google Shape;848;p53"/>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ALT 1">
  <p:cSld name="BLANK_1_1_1_1_1_2">
    <p:bg>
      <p:bgPr>
        <a:solidFill>
          <a:schemeClr val="lt2"/>
        </a:solidFill>
      </p:bgPr>
    </p:bg>
    <p:spTree>
      <p:nvGrpSpPr>
        <p:cNvPr id="849" name="Shape 849"/>
        <p:cNvGrpSpPr/>
        <p:nvPr/>
      </p:nvGrpSpPr>
      <p:grpSpPr>
        <a:xfrm>
          <a:off x="0" y="0"/>
          <a:ext cx="0" cy="0"/>
          <a:chOff x="0" y="0"/>
          <a:chExt cx="0" cy="0"/>
        </a:xfrm>
      </p:grpSpPr>
      <p:grpSp>
        <p:nvGrpSpPr>
          <p:cNvPr id="850" name="Google Shape;850;p54"/>
          <p:cNvGrpSpPr/>
          <p:nvPr/>
        </p:nvGrpSpPr>
        <p:grpSpPr>
          <a:xfrm rot="5400000">
            <a:off x="593777" y="658085"/>
            <a:ext cx="369896" cy="333900"/>
            <a:chOff x="96076" y="654376"/>
            <a:chExt cx="369896" cy="333900"/>
          </a:xfrm>
        </p:grpSpPr>
        <p:cxnSp>
          <p:nvCxnSpPr>
            <p:cNvPr id="851" name="Google Shape;851;p5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52" name="Google Shape;852;p5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53" name="Google Shape;853;p5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54" name="Google Shape;854;p54"/>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55" name="Google Shape;855;p54"/>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56" name="Google Shape;856;p5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57" name="Google Shape;857;p5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58" name="Google Shape;858;p54"/>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59" name="Google Shape;859;p5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60" name="Google Shape;860;p54"/>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61" name="Google Shape;861;p54"/>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62" name="Google Shape;862;p54"/>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63" name="Google Shape;863;p54"/>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64" name="Google Shape;864;p54"/>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65" name="Google Shape;865;p54"/>
          <p:cNvSpPr txBox="1"/>
          <p:nvPr>
            <p:ph idx="5" type="title"/>
          </p:nvPr>
        </p:nvSpPr>
        <p:spPr>
          <a:xfrm>
            <a:off x="104210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lt2"/>
        </a:solidFill>
      </p:bgPr>
    </p:bg>
    <p:spTree>
      <p:nvGrpSpPr>
        <p:cNvPr id="866" name="Shape 866"/>
        <p:cNvGrpSpPr/>
        <p:nvPr/>
      </p:nvGrpSpPr>
      <p:grpSpPr>
        <a:xfrm>
          <a:off x="0" y="0"/>
          <a:ext cx="0" cy="0"/>
          <a:chOff x="0" y="0"/>
          <a:chExt cx="0" cy="0"/>
        </a:xfrm>
      </p:grpSpPr>
      <p:cxnSp>
        <p:nvCxnSpPr>
          <p:cNvPr id="867" name="Google Shape;867;p55"/>
          <p:cNvCxnSpPr/>
          <p:nvPr/>
        </p:nvCxnSpPr>
        <p:spPr>
          <a:xfrm>
            <a:off x="514575" y="521125"/>
            <a:ext cx="0" cy="4098300"/>
          </a:xfrm>
          <a:prstGeom prst="straightConnector1">
            <a:avLst/>
          </a:prstGeom>
          <a:noFill/>
          <a:ln cap="flat" cmpd="sng" w="9525">
            <a:solidFill>
              <a:schemeClr val="lt1"/>
            </a:solidFill>
            <a:prstDash val="solid"/>
            <a:round/>
            <a:headEnd len="sm" w="sm" type="none"/>
            <a:tailEnd len="sm" w="sm" type="none"/>
          </a:ln>
        </p:spPr>
      </p:cxnSp>
      <p:cxnSp>
        <p:nvCxnSpPr>
          <p:cNvPr id="868" name="Google Shape;868;p55"/>
          <p:cNvCxnSpPr/>
          <p:nvPr/>
        </p:nvCxnSpPr>
        <p:spPr>
          <a:xfrm>
            <a:off x="8622600" y="521125"/>
            <a:ext cx="0" cy="4098300"/>
          </a:xfrm>
          <a:prstGeom prst="straightConnector1">
            <a:avLst/>
          </a:prstGeom>
          <a:noFill/>
          <a:ln cap="flat" cmpd="sng" w="9525">
            <a:solidFill>
              <a:schemeClr val="lt1"/>
            </a:solidFill>
            <a:prstDash val="solid"/>
            <a:round/>
            <a:headEnd len="sm" w="sm" type="none"/>
            <a:tailEnd len="sm" w="sm" type="none"/>
          </a:ln>
        </p:spPr>
      </p:cxnSp>
      <p:cxnSp>
        <p:nvCxnSpPr>
          <p:cNvPr id="869" name="Google Shape;869;p55"/>
          <p:cNvCxnSpPr/>
          <p:nvPr/>
        </p:nvCxnSpPr>
        <p:spPr>
          <a:xfrm>
            <a:off x="-675" y="521125"/>
            <a:ext cx="9145200" cy="0"/>
          </a:xfrm>
          <a:prstGeom prst="straightConnector1">
            <a:avLst/>
          </a:prstGeom>
          <a:noFill/>
          <a:ln cap="flat" cmpd="sng" w="9525">
            <a:solidFill>
              <a:schemeClr val="lt1"/>
            </a:solidFill>
            <a:prstDash val="solid"/>
            <a:round/>
            <a:headEnd len="sm" w="sm" type="none"/>
            <a:tailEnd len="sm" w="sm" type="none"/>
          </a:ln>
        </p:spPr>
      </p:cxnSp>
      <p:cxnSp>
        <p:nvCxnSpPr>
          <p:cNvPr id="870" name="Google Shape;870;p55"/>
          <p:cNvCxnSpPr/>
          <p:nvPr/>
        </p:nvCxnSpPr>
        <p:spPr>
          <a:xfrm>
            <a:off x="-675" y="4619425"/>
            <a:ext cx="9145200" cy="0"/>
          </a:xfrm>
          <a:prstGeom prst="straightConnector1">
            <a:avLst/>
          </a:prstGeom>
          <a:noFill/>
          <a:ln cap="flat" cmpd="sng" w="9525">
            <a:solidFill>
              <a:schemeClr val="lt1"/>
            </a:solidFill>
            <a:prstDash val="solid"/>
            <a:round/>
            <a:headEnd len="sm" w="sm" type="none"/>
            <a:tailEnd len="sm" w="sm" type="none"/>
          </a:ln>
        </p:spPr>
      </p:cxnSp>
      <p:sp>
        <p:nvSpPr>
          <p:cNvPr id="871" name="Google Shape;871;p55"/>
          <p:cNvSpPr txBox="1"/>
          <p:nvPr>
            <p:ph type="title"/>
          </p:nvPr>
        </p:nvSpPr>
        <p:spPr>
          <a:xfrm>
            <a:off x="511600" y="1703125"/>
            <a:ext cx="8111100" cy="173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400"/>
              <a:buFont typeface="Gowun Batang"/>
              <a:buNone/>
              <a:defRPr sz="4400"/>
            </a:lvl1pPr>
            <a:lvl2pPr lvl="1" algn="ctr">
              <a:spcBef>
                <a:spcPts val="0"/>
              </a:spcBef>
              <a:spcAft>
                <a:spcPts val="0"/>
              </a:spcAft>
              <a:buClr>
                <a:schemeClr val="lt1"/>
              </a:buClr>
              <a:buSzPts val="5500"/>
              <a:buFont typeface="Gowun Batang"/>
              <a:buNone/>
              <a:defRPr sz="5500"/>
            </a:lvl2pPr>
            <a:lvl3pPr lvl="2" algn="ctr">
              <a:spcBef>
                <a:spcPts val="0"/>
              </a:spcBef>
              <a:spcAft>
                <a:spcPts val="0"/>
              </a:spcAft>
              <a:buClr>
                <a:schemeClr val="lt1"/>
              </a:buClr>
              <a:buSzPts val="5500"/>
              <a:buFont typeface="Gowun Batang"/>
              <a:buNone/>
              <a:defRPr sz="5500"/>
            </a:lvl3pPr>
            <a:lvl4pPr lvl="3" algn="ctr">
              <a:spcBef>
                <a:spcPts val="0"/>
              </a:spcBef>
              <a:spcAft>
                <a:spcPts val="0"/>
              </a:spcAft>
              <a:buClr>
                <a:schemeClr val="lt1"/>
              </a:buClr>
              <a:buSzPts val="5500"/>
              <a:buFont typeface="Gowun Batang"/>
              <a:buNone/>
              <a:defRPr sz="5500"/>
            </a:lvl4pPr>
            <a:lvl5pPr lvl="4" algn="ctr">
              <a:spcBef>
                <a:spcPts val="0"/>
              </a:spcBef>
              <a:spcAft>
                <a:spcPts val="0"/>
              </a:spcAft>
              <a:buClr>
                <a:schemeClr val="lt1"/>
              </a:buClr>
              <a:buSzPts val="5500"/>
              <a:buFont typeface="Gowun Batang"/>
              <a:buNone/>
              <a:defRPr sz="5500"/>
            </a:lvl5pPr>
            <a:lvl6pPr lvl="5" algn="ctr">
              <a:spcBef>
                <a:spcPts val="0"/>
              </a:spcBef>
              <a:spcAft>
                <a:spcPts val="0"/>
              </a:spcAft>
              <a:buClr>
                <a:schemeClr val="lt1"/>
              </a:buClr>
              <a:buSzPts val="5500"/>
              <a:buFont typeface="Gowun Batang"/>
              <a:buNone/>
              <a:defRPr sz="5500"/>
            </a:lvl6pPr>
            <a:lvl7pPr lvl="6" algn="ctr">
              <a:spcBef>
                <a:spcPts val="0"/>
              </a:spcBef>
              <a:spcAft>
                <a:spcPts val="0"/>
              </a:spcAft>
              <a:buClr>
                <a:schemeClr val="lt1"/>
              </a:buClr>
              <a:buSzPts val="5500"/>
              <a:buFont typeface="Gowun Batang"/>
              <a:buNone/>
              <a:defRPr sz="5500"/>
            </a:lvl7pPr>
            <a:lvl8pPr lvl="7" algn="ctr">
              <a:spcBef>
                <a:spcPts val="0"/>
              </a:spcBef>
              <a:spcAft>
                <a:spcPts val="0"/>
              </a:spcAft>
              <a:buClr>
                <a:schemeClr val="lt1"/>
              </a:buClr>
              <a:buSzPts val="5500"/>
              <a:buFont typeface="Gowun Batang"/>
              <a:buNone/>
              <a:defRPr sz="5500"/>
            </a:lvl8pPr>
            <a:lvl9pPr lvl="8" algn="ctr">
              <a:spcBef>
                <a:spcPts val="0"/>
              </a:spcBef>
              <a:spcAft>
                <a:spcPts val="0"/>
              </a:spcAft>
              <a:buClr>
                <a:schemeClr val="lt1"/>
              </a:buClr>
              <a:buSzPts val="5500"/>
              <a:buFont typeface="Gowun Batang"/>
              <a:buNone/>
              <a:defRPr sz="55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BLANK_1_1_1_1_1_1_1_1_2_3">
    <p:bg>
      <p:bgPr>
        <a:solidFill>
          <a:schemeClr val="lt2"/>
        </a:solidFill>
      </p:bgPr>
    </p:bg>
    <p:spTree>
      <p:nvGrpSpPr>
        <p:cNvPr id="872" name="Shape 872"/>
        <p:cNvGrpSpPr/>
        <p:nvPr/>
      </p:nvGrpSpPr>
      <p:grpSpPr>
        <a:xfrm>
          <a:off x="0" y="0"/>
          <a:ext cx="0" cy="0"/>
          <a:chOff x="0" y="0"/>
          <a:chExt cx="0" cy="0"/>
        </a:xfrm>
      </p:grpSpPr>
      <p:sp>
        <p:nvSpPr>
          <p:cNvPr id="873" name="Google Shape;873;p56"/>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874" name="Google Shape;874;p5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75" name="Google Shape;875;p56"/>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76" name="Google Shape;876;p56"/>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77" name="Google Shape;877;p5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78" name="Google Shape;878;p56"/>
          <p:cNvSpPr txBox="1"/>
          <p:nvPr>
            <p:ph idx="1"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ALT 1">
  <p:cSld name="BLANK_1_1_1_1_1_1_1_1_2_3_1">
    <p:bg>
      <p:bgPr>
        <a:solidFill>
          <a:schemeClr val="lt2"/>
        </a:solidFill>
      </p:bgPr>
    </p:bg>
    <p:spTree>
      <p:nvGrpSpPr>
        <p:cNvPr id="879" name="Shape 879"/>
        <p:cNvGrpSpPr/>
        <p:nvPr/>
      </p:nvGrpSpPr>
      <p:grpSpPr>
        <a:xfrm>
          <a:off x="0" y="0"/>
          <a:ext cx="0" cy="0"/>
          <a:chOff x="0" y="0"/>
          <a:chExt cx="0" cy="0"/>
        </a:xfrm>
      </p:grpSpPr>
      <p:sp>
        <p:nvSpPr>
          <p:cNvPr id="880" name="Google Shape;880;p57"/>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881" name="Google Shape;881;p5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82" name="Google Shape;882;p5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83" name="Google Shape;883;p57"/>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84" name="Google Shape;884;p5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85" name="Google Shape;885;p57"/>
          <p:cNvSpPr txBox="1"/>
          <p:nvPr>
            <p:ph idx="1"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886" name="Google Shape;886;p57"/>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87" name="Google Shape;887;p57"/>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88" name="Google Shape;888;p57"/>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Comment - Dark ALT">
  <p:cSld name="BLANK_1_1_1_1_1_1_1_1_2_2">
    <p:bg>
      <p:bgPr>
        <a:solidFill>
          <a:schemeClr val="dk2"/>
        </a:solidFill>
      </p:bgPr>
    </p:bg>
    <p:spTree>
      <p:nvGrpSpPr>
        <p:cNvPr id="889" name="Shape 889"/>
        <p:cNvGrpSpPr/>
        <p:nvPr/>
      </p:nvGrpSpPr>
      <p:grpSpPr>
        <a:xfrm>
          <a:off x="0" y="0"/>
          <a:ext cx="0" cy="0"/>
          <a:chOff x="0" y="0"/>
          <a:chExt cx="0" cy="0"/>
        </a:xfrm>
      </p:grpSpPr>
      <p:sp>
        <p:nvSpPr>
          <p:cNvPr id="890" name="Google Shape;890;p58"/>
          <p:cNvSpPr/>
          <p:nvPr/>
        </p:nvSpPr>
        <p:spPr>
          <a:xfrm>
            <a:off x="6771475" y="-25"/>
            <a:ext cx="23724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91" name="Google Shape;891;p58"/>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892" name="Google Shape;892;p58"/>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893" name="Google Shape;893;p58"/>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894" name="Google Shape;894;p58"/>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95" name="Google Shape;895;p58"/>
          <p:cNvCxnSpPr/>
          <p:nvPr/>
        </p:nvCxnSpPr>
        <p:spPr>
          <a:xfrm>
            <a:off x="67737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96" name="Google Shape;896;p58"/>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897" name="Google Shape;897;p58"/>
          <p:cNvSpPr txBox="1"/>
          <p:nvPr>
            <p:ph type="title"/>
          </p:nvPr>
        </p:nvSpPr>
        <p:spPr>
          <a:xfrm>
            <a:off x="6773750" y="841725"/>
            <a:ext cx="1848900" cy="364800"/>
          </a:xfrm>
          <a:prstGeom prst="rect">
            <a:avLst/>
          </a:prstGeom>
        </p:spPr>
        <p:txBody>
          <a:bodyPr anchorCtr="0" anchor="ctr" bIns="91425" lIns="182875"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898" name="Google Shape;898;p58"/>
          <p:cNvSpPr txBox="1"/>
          <p:nvPr>
            <p:ph idx="4" type="subTitle"/>
          </p:nvPr>
        </p:nvSpPr>
        <p:spPr>
          <a:xfrm>
            <a:off x="6773750" y="1252675"/>
            <a:ext cx="1848900" cy="335100"/>
          </a:xfrm>
          <a:prstGeom prst="rect">
            <a:avLst/>
          </a:prstGeom>
        </p:spPr>
        <p:txBody>
          <a:bodyPr anchorCtr="0" anchor="t" bIns="0" lIns="182875" spcFirstLastPara="1" rIns="91425" wrap="square" tIns="0">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899" name="Google Shape;899;p58"/>
          <p:cNvSpPr txBox="1"/>
          <p:nvPr>
            <p:ph idx="5" type="body"/>
          </p:nvPr>
        </p:nvSpPr>
        <p:spPr>
          <a:xfrm>
            <a:off x="6773750" y="1633925"/>
            <a:ext cx="1848900" cy="32109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800"/>
              </a:spcBef>
              <a:spcAft>
                <a:spcPts val="80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cxnSp>
        <p:nvCxnSpPr>
          <p:cNvPr id="900" name="Google Shape;900;p58"/>
          <p:cNvCxnSpPr/>
          <p:nvPr/>
        </p:nvCxnSpPr>
        <p:spPr>
          <a:xfrm>
            <a:off x="521250" y="334900"/>
            <a:ext cx="86229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Dark ALT">
  <p:cSld name="BLANK_1_1_1_1_1_1_1_1_2_2_1">
    <p:bg>
      <p:bgPr>
        <a:solidFill>
          <a:schemeClr val="dk2"/>
        </a:solidFill>
      </p:bgPr>
    </p:bg>
    <p:spTree>
      <p:nvGrpSpPr>
        <p:cNvPr id="901" name="Shape 901"/>
        <p:cNvGrpSpPr/>
        <p:nvPr/>
      </p:nvGrpSpPr>
      <p:grpSpPr>
        <a:xfrm>
          <a:off x="0" y="0"/>
          <a:ext cx="0" cy="0"/>
          <a:chOff x="0" y="0"/>
          <a:chExt cx="0" cy="0"/>
        </a:xfrm>
      </p:grpSpPr>
      <p:sp>
        <p:nvSpPr>
          <p:cNvPr id="902" name="Google Shape;902;p59"/>
          <p:cNvSpPr/>
          <p:nvPr/>
        </p:nvSpPr>
        <p:spPr>
          <a:xfrm>
            <a:off x="6771475" y="-25"/>
            <a:ext cx="23724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903" name="Google Shape;903;p59"/>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904" name="Google Shape;904;p59"/>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905" name="Google Shape;905;p59"/>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906" name="Google Shape;906;p59"/>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07" name="Google Shape;907;p59"/>
          <p:cNvCxnSpPr/>
          <p:nvPr/>
        </p:nvCxnSpPr>
        <p:spPr>
          <a:xfrm>
            <a:off x="67737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08" name="Google Shape;908;p59"/>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09" name="Google Shape;909;p59"/>
          <p:cNvCxnSpPr/>
          <p:nvPr/>
        </p:nvCxnSpPr>
        <p:spPr>
          <a:xfrm>
            <a:off x="521250" y="334900"/>
            <a:ext cx="8622900" cy="0"/>
          </a:xfrm>
          <a:prstGeom prst="straightConnector1">
            <a:avLst/>
          </a:prstGeom>
          <a:noFill/>
          <a:ln cap="flat" cmpd="sng" w="9525">
            <a:solidFill>
              <a:schemeClr val="accent6"/>
            </a:solidFill>
            <a:prstDash val="solid"/>
            <a:round/>
            <a:headEnd len="sm" w="sm" type="none"/>
            <a:tailEnd len="sm" w="sm" type="none"/>
          </a:ln>
        </p:spPr>
      </p:cxnSp>
      <p:sp>
        <p:nvSpPr>
          <p:cNvPr id="910" name="Google Shape;910;p59"/>
          <p:cNvSpPr txBox="1"/>
          <p:nvPr>
            <p:ph idx="4"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800"/>
              </a:spcBef>
              <a:spcAft>
                <a:spcPts val="80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
    <p:bg>
      <p:bgPr>
        <a:solidFill>
          <a:schemeClr val="lt2"/>
        </a:solidFill>
      </p:bgPr>
    </p:bg>
    <p:spTree>
      <p:nvGrpSpPr>
        <p:cNvPr id="911" name="Shape 911"/>
        <p:cNvGrpSpPr/>
        <p:nvPr/>
      </p:nvGrpSpPr>
      <p:grpSpPr>
        <a:xfrm>
          <a:off x="0" y="0"/>
          <a:ext cx="0" cy="0"/>
          <a:chOff x="0" y="0"/>
          <a:chExt cx="0" cy="0"/>
        </a:xfrm>
      </p:grpSpPr>
      <p:cxnSp>
        <p:nvCxnSpPr>
          <p:cNvPr id="912" name="Google Shape;912;p6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13" name="Google Shape;913;p6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914" name="Google Shape;914;p6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15" name="Google Shape;915;p6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916" name="Google Shape;916;p60"/>
          <p:cNvSpPr txBox="1"/>
          <p:nvPr>
            <p:ph idx="1" type="body"/>
          </p:nvPr>
        </p:nvSpPr>
        <p:spPr>
          <a:xfrm>
            <a:off x="5019300" y="1471750"/>
            <a:ext cx="3614400" cy="33576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917" name="Google Shape;917;p60"/>
          <p:cNvSpPr txBox="1"/>
          <p:nvPr>
            <p:ph type="title"/>
          </p:nvPr>
        </p:nvSpPr>
        <p:spPr>
          <a:xfrm>
            <a:off x="1428975" y="1989426"/>
            <a:ext cx="2682600" cy="137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1pPr>
            <a:lvl2pPr lvl="1"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2pPr>
            <a:lvl3pPr lvl="2"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3pPr>
            <a:lvl4pPr lvl="3"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4pPr>
            <a:lvl5pPr lvl="4"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5pPr>
            <a:lvl6pPr lvl="5"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6pPr>
            <a:lvl7pPr lvl="6"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7pPr>
            <a:lvl8pPr lvl="7"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8pPr>
            <a:lvl9pPr lvl="8"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 ALT 1">
  <p:cSld name="BLANK_1_1_1_1_1_1_1_1_1_2">
    <p:bg>
      <p:bgPr>
        <a:solidFill>
          <a:schemeClr val="lt2"/>
        </a:solidFill>
      </p:bgPr>
    </p:bg>
    <p:spTree>
      <p:nvGrpSpPr>
        <p:cNvPr id="918" name="Shape 918"/>
        <p:cNvGrpSpPr/>
        <p:nvPr/>
      </p:nvGrpSpPr>
      <p:grpSpPr>
        <a:xfrm>
          <a:off x="0" y="0"/>
          <a:ext cx="0" cy="0"/>
          <a:chOff x="0" y="0"/>
          <a:chExt cx="0" cy="0"/>
        </a:xfrm>
      </p:grpSpPr>
      <p:cxnSp>
        <p:nvCxnSpPr>
          <p:cNvPr id="919" name="Google Shape;919;p6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20" name="Google Shape;920;p6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921" name="Google Shape;921;p6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22" name="Google Shape;922;p6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923" name="Google Shape;923;p61"/>
          <p:cNvSpPr txBox="1"/>
          <p:nvPr>
            <p:ph idx="1" type="body"/>
          </p:nvPr>
        </p:nvSpPr>
        <p:spPr>
          <a:xfrm>
            <a:off x="5019300" y="1471750"/>
            <a:ext cx="3614400" cy="33576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924" name="Google Shape;924;p61"/>
          <p:cNvSpPr txBox="1"/>
          <p:nvPr>
            <p:ph type="title"/>
          </p:nvPr>
        </p:nvSpPr>
        <p:spPr>
          <a:xfrm>
            <a:off x="1428975" y="1989426"/>
            <a:ext cx="2682600" cy="137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1pPr>
            <a:lvl2pPr lvl="1"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2pPr>
            <a:lvl3pPr lvl="2"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3pPr>
            <a:lvl4pPr lvl="3"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4pPr>
            <a:lvl5pPr lvl="4"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5pPr>
            <a:lvl6pPr lvl="5"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6pPr>
            <a:lvl7pPr lvl="6"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7pPr>
            <a:lvl8pPr lvl="7"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8pPr>
            <a:lvl9pPr lvl="8"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9pPr>
          </a:lstStyle>
          <a:p/>
        </p:txBody>
      </p:sp>
      <p:sp>
        <p:nvSpPr>
          <p:cNvPr id="925" name="Google Shape;925;p61"/>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26" name="Google Shape;926;p61"/>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27" name="Google Shape;927;p61"/>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28" name="Google Shape;928;p61"/>
          <p:cNvSpPr txBox="1"/>
          <p:nvPr>
            <p:ph idx="5" type="title"/>
          </p:nvPr>
        </p:nvSpPr>
        <p:spPr>
          <a:xfrm>
            <a:off x="5019300" y="91975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2">
  <p:cSld name="BLANK_1_1_1_1_1_1_1_1_1_1_2">
    <p:bg>
      <p:bgPr>
        <a:solidFill>
          <a:schemeClr val="lt2"/>
        </a:solidFill>
      </p:bgPr>
    </p:bg>
    <p:spTree>
      <p:nvGrpSpPr>
        <p:cNvPr id="929" name="Shape 929"/>
        <p:cNvGrpSpPr/>
        <p:nvPr/>
      </p:nvGrpSpPr>
      <p:grpSpPr>
        <a:xfrm>
          <a:off x="0" y="0"/>
          <a:ext cx="0" cy="0"/>
          <a:chOff x="0" y="0"/>
          <a:chExt cx="0" cy="0"/>
        </a:xfrm>
      </p:grpSpPr>
      <p:sp>
        <p:nvSpPr>
          <p:cNvPr id="930" name="Google Shape;930;p62"/>
          <p:cNvSpPr/>
          <p:nvPr/>
        </p:nvSpPr>
        <p:spPr>
          <a:xfrm>
            <a:off x="3456825" y="841725"/>
            <a:ext cx="2763600" cy="430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931" name="Google Shape;931;p62"/>
          <p:cNvSpPr txBox="1"/>
          <p:nvPr>
            <p:ph idx="1" type="subTitle"/>
          </p:nvPr>
        </p:nvSpPr>
        <p:spPr>
          <a:xfrm>
            <a:off x="1035375"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932" name="Google Shape;932;p62"/>
          <p:cNvSpPr txBox="1"/>
          <p:nvPr>
            <p:ph idx="2" type="subTitle"/>
          </p:nvPr>
        </p:nvSpPr>
        <p:spPr>
          <a:xfrm>
            <a:off x="6725775"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933" name="Google Shape;933;p62"/>
          <p:cNvSpPr txBox="1"/>
          <p:nvPr>
            <p:ph idx="3" type="subTitle"/>
          </p:nvPr>
        </p:nvSpPr>
        <p:spPr>
          <a:xfrm>
            <a:off x="3887200"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934" name="Google Shape;934;p62"/>
          <p:cNvSpPr txBox="1"/>
          <p:nvPr>
            <p:ph type="title"/>
          </p:nvPr>
        </p:nvSpPr>
        <p:spPr>
          <a:xfrm>
            <a:off x="2511550"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935" name="Google Shape;935;p62"/>
          <p:cNvSpPr txBox="1"/>
          <p:nvPr>
            <p:ph idx="4" type="title"/>
          </p:nvPr>
        </p:nvSpPr>
        <p:spPr>
          <a:xfrm>
            <a:off x="8201950"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936" name="Google Shape;936;p62"/>
          <p:cNvSpPr txBox="1"/>
          <p:nvPr>
            <p:ph idx="5" type="title"/>
          </p:nvPr>
        </p:nvSpPr>
        <p:spPr>
          <a:xfrm>
            <a:off x="117915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9pPr>
          </a:lstStyle>
          <a:p/>
        </p:txBody>
      </p:sp>
      <p:sp>
        <p:nvSpPr>
          <p:cNvPr id="937" name="Google Shape;937;p62"/>
          <p:cNvSpPr txBox="1"/>
          <p:nvPr>
            <p:ph idx="6" type="title"/>
          </p:nvPr>
        </p:nvSpPr>
        <p:spPr>
          <a:xfrm>
            <a:off x="686955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9pPr>
          </a:lstStyle>
          <a:p/>
        </p:txBody>
      </p:sp>
      <p:sp>
        <p:nvSpPr>
          <p:cNvPr id="938" name="Google Shape;938;p62"/>
          <p:cNvSpPr txBox="1"/>
          <p:nvPr>
            <p:ph idx="7" type="title"/>
          </p:nvPr>
        </p:nvSpPr>
        <p:spPr>
          <a:xfrm>
            <a:off x="490600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939" name="Google Shape;939;p62"/>
          <p:cNvSpPr txBox="1"/>
          <p:nvPr>
            <p:ph idx="8" type="title"/>
          </p:nvPr>
        </p:nvSpPr>
        <p:spPr>
          <a:xfrm>
            <a:off x="5363375"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940" name="Google Shape;940;p62"/>
          <p:cNvSpPr txBox="1"/>
          <p:nvPr>
            <p:ph idx="9" type="body"/>
          </p:nvPr>
        </p:nvSpPr>
        <p:spPr>
          <a:xfrm>
            <a:off x="922250"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41" name="Google Shape;941;p62"/>
          <p:cNvSpPr txBox="1"/>
          <p:nvPr>
            <p:ph idx="13" type="body"/>
          </p:nvPr>
        </p:nvSpPr>
        <p:spPr>
          <a:xfrm>
            <a:off x="6613213"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42" name="Google Shape;942;p62"/>
          <p:cNvSpPr txBox="1"/>
          <p:nvPr>
            <p:ph idx="14" type="body"/>
          </p:nvPr>
        </p:nvSpPr>
        <p:spPr>
          <a:xfrm>
            <a:off x="3767726"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43" name="Google Shape;943;p62"/>
          <p:cNvSpPr txBox="1"/>
          <p:nvPr>
            <p:ph idx="15" type="title"/>
          </p:nvPr>
        </p:nvSpPr>
        <p:spPr>
          <a:xfrm>
            <a:off x="922925"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44" name="Google Shape;944;p62"/>
          <p:cNvCxnSpPr/>
          <p:nvPr/>
        </p:nvCxnSpPr>
        <p:spPr>
          <a:xfrm rot="10800000">
            <a:off x="1352947"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45" name="Google Shape;945;p62"/>
          <p:cNvSpPr/>
          <p:nvPr/>
        </p:nvSpPr>
        <p:spPr>
          <a:xfrm>
            <a:off x="1349465" y="4383492"/>
            <a:ext cx="105900" cy="11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cxnSp>
        <p:nvCxnSpPr>
          <p:cNvPr id="946" name="Google Shape;946;p62"/>
          <p:cNvCxnSpPr/>
          <p:nvPr/>
        </p:nvCxnSpPr>
        <p:spPr>
          <a:xfrm rot="10800000">
            <a:off x="1035365" y="4439000"/>
            <a:ext cx="317700" cy="0"/>
          </a:xfrm>
          <a:prstGeom prst="straightConnector1">
            <a:avLst/>
          </a:prstGeom>
          <a:noFill/>
          <a:ln cap="flat" cmpd="sng" w="19050">
            <a:solidFill>
              <a:schemeClr val="accent1"/>
            </a:solidFill>
            <a:prstDash val="solid"/>
            <a:round/>
            <a:headEnd len="sm" w="sm" type="none"/>
            <a:tailEnd len="sm" w="sm" type="none"/>
          </a:ln>
        </p:spPr>
      </p:cxnSp>
      <p:sp>
        <p:nvSpPr>
          <p:cNvPr id="947" name="Google Shape;947;p62"/>
          <p:cNvSpPr txBox="1"/>
          <p:nvPr>
            <p:ph idx="1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48" name="Google Shape;948;p62"/>
          <p:cNvSpPr txBox="1"/>
          <p:nvPr>
            <p:ph idx="1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49" name="Google Shape;949;p62"/>
          <p:cNvSpPr txBox="1"/>
          <p:nvPr>
            <p:ph idx="1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950" name="Google Shape;950;p6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51" name="Google Shape;951;p6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952" name="Google Shape;952;p6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53" name="Google Shape;953;p6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54" name="Google Shape;954;p62"/>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955" name="Google Shape;955;p62"/>
          <p:cNvSpPr txBox="1"/>
          <p:nvPr>
            <p:ph idx="19" type="title"/>
          </p:nvPr>
        </p:nvSpPr>
        <p:spPr>
          <a:xfrm flipH="1">
            <a:off x="524150" y="334900"/>
            <a:ext cx="62487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956" name="Google Shape;956;p62"/>
          <p:cNvCxnSpPr/>
          <p:nvPr/>
        </p:nvCxnSpPr>
        <p:spPr>
          <a:xfrm rot="10800000">
            <a:off x="7043347"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57" name="Google Shape;957;p62"/>
          <p:cNvSpPr/>
          <p:nvPr/>
        </p:nvSpPr>
        <p:spPr>
          <a:xfrm>
            <a:off x="7039865" y="4383492"/>
            <a:ext cx="105900" cy="11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cxnSp>
        <p:nvCxnSpPr>
          <p:cNvPr id="958" name="Google Shape;958;p62"/>
          <p:cNvCxnSpPr/>
          <p:nvPr/>
        </p:nvCxnSpPr>
        <p:spPr>
          <a:xfrm rot="10800000">
            <a:off x="6725765" y="4439000"/>
            <a:ext cx="317700" cy="0"/>
          </a:xfrm>
          <a:prstGeom prst="straightConnector1">
            <a:avLst/>
          </a:prstGeom>
          <a:noFill/>
          <a:ln cap="flat" cmpd="sng" w="19050">
            <a:solidFill>
              <a:schemeClr val="accent1"/>
            </a:solidFill>
            <a:prstDash val="solid"/>
            <a:round/>
            <a:headEnd len="sm" w="sm" type="none"/>
            <a:tailEnd len="sm" w="sm" type="none"/>
          </a:ln>
        </p:spPr>
      </p:cxnSp>
      <p:sp>
        <p:nvSpPr>
          <p:cNvPr id="959" name="Google Shape;959;p62"/>
          <p:cNvSpPr txBox="1"/>
          <p:nvPr>
            <p:ph idx="20" type="title"/>
          </p:nvPr>
        </p:nvSpPr>
        <p:spPr>
          <a:xfrm>
            <a:off x="6613888"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60" name="Google Shape;960;p62"/>
          <p:cNvCxnSpPr/>
          <p:nvPr/>
        </p:nvCxnSpPr>
        <p:spPr>
          <a:xfrm rot="10800000">
            <a:off x="520800" y="2203225"/>
            <a:ext cx="8623200" cy="0"/>
          </a:xfrm>
          <a:prstGeom prst="straightConnector1">
            <a:avLst/>
          </a:prstGeom>
          <a:noFill/>
          <a:ln cap="flat" cmpd="sng" w="9525">
            <a:solidFill>
              <a:schemeClr val="lt1"/>
            </a:solidFill>
            <a:prstDash val="solid"/>
            <a:round/>
            <a:headEnd len="sm" w="sm" type="none"/>
            <a:tailEnd len="sm" w="sm" type="none"/>
          </a:ln>
        </p:spPr>
      </p:cxnSp>
      <p:sp>
        <p:nvSpPr>
          <p:cNvPr id="961" name="Google Shape;961;p62"/>
          <p:cNvSpPr txBox="1"/>
          <p:nvPr>
            <p:ph idx="21" type="title"/>
          </p:nvPr>
        </p:nvSpPr>
        <p:spPr>
          <a:xfrm>
            <a:off x="3768413"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62" name="Google Shape;962;p62"/>
          <p:cNvCxnSpPr/>
          <p:nvPr/>
        </p:nvCxnSpPr>
        <p:spPr>
          <a:xfrm rot="10800000">
            <a:off x="4204772"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63" name="Google Shape;963;p62"/>
          <p:cNvSpPr/>
          <p:nvPr/>
        </p:nvSpPr>
        <p:spPr>
          <a:xfrm>
            <a:off x="5076315" y="4383492"/>
            <a:ext cx="105900" cy="111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cxnSp>
        <p:nvCxnSpPr>
          <p:cNvPr id="964" name="Google Shape;964;p62"/>
          <p:cNvCxnSpPr/>
          <p:nvPr/>
        </p:nvCxnSpPr>
        <p:spPr>
          <a:xfrm rot="10800000">
            <a:off x="3887050" y="4439000"/>
            <a:ext cx="1212600" cy="0"/>
          </a:xfrm>
          <a:prstGeom prst="straightConnector1">
            <a:avLst/>
          </a:prstGeom>
          <a:noFill/>
          <a:ln cap="flat" cmpd="sng" w="19050">
            <a:solidFill>
              <a:schemeClr val="lt1"/>
            </a:solidFill>
            <a:prstDash val="solid"/>
            <a:round/>
            <a:headEnd len="sm" w="sm" type="none"/>
            <a:tailEnd len="sm" w="sm" type="none"/>
          </a:ln>
        </p:spPr>
      </p:cxnSp>
      <p:cxnSp>
        <p:nvCxnSpPr>
          <p:cNvPr id="965" name="Google Shape;965;p62"/>
          <p:cNvCxnSpPr/>
          <p:nvPr/>
        </p:nvCxnSpPr>
        <p:spPr>
          <a:xfrm rot="10800000">
            <a:off x="527025" y="3852400"/>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3">
  <p:cSld name="CUSTOM">
    <p:bg>
      <p:bgPr>
        <a:solidFill>
          <a:schemeClr val="lt1"/>
        </a:solidFill>
      </p:bgPr>
    </p:bg>
    <p:spTree>
      <p:nvGrpSpPr>
        <p:cNvPr id="966" name="Shape 966"/>
        <p:cNvGrpSpPr/>
        <p:nvPr/>
      </p:nvGrpSpPr>
      <p:grpSpPr>
        <a:xfrm>
          <a:off x="0" y="0"/>
          <a:ext cx="0" cy="0"/>
          <a:chOff x="0" y="0"/>
          <a:chExt cx="0" cy="0"/>
        </a:xfrm>
      </p:grpSpPr>
      <p:grpSp>
        <p:nvGrpSpPr>
          <p:cNvPr id="967" name="Google Shape;967;p63"/>
          <p:cNvGrpSpPr/>
          <p:nvPr/>
        </p:nvGrpSpPr>
        <p:grpSpPr>
          <a:xfrm rot="5400000">
            <a:off x="593777" y="658085"/>
            <a:ext cx="369896" cy="333900"/>
            <a:chOff x="96076" y="654376"/>
            <a:chExt cx="369896" cy="333900"/>
          </a:xfrm>
        </p:grpSpPr>
        <p:cxnSp>
          <p:nvCxnSpPr>
            <p:cNvPr id="968" name="Google Shape;968;p63"/>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969" name="Google Shape;969;p6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70" name="Google Shape;970;p6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971" name="Google Shape;971;p63"/>
          <p:cNvSpPr txBox="1"/>
          <p:nvPr>
            <p:ph type="title"/>
          </p:nvPr>
        </p:nvSpPr>
        <p:spPr>
          <a:xfrm>
            <a:off x="4322575" y="1217450"/>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72" name="Google Shape;972;p63"/>
          <p:cNvSpPr txBox="1"/>
          <p:nvPr>
            <p:ph idx="2" type="title"/>
          </p:nvPr>
        </p:nvSpPr>
        <p:spPr>
          <a:xfrm>
            <a:off x="1040875" y="1217450"/>
            <a:ext cx="3281700" cy="552000"/>
          </a:xfrm>
          <a:prstGeom prst="rect">
            <a:avLst/>
          </a:prstGeom>
        </p:spPr>
        <p:txBody>
          <a:bodyPr anchorCtr="0" anchor="b" bIns="91425" lIns="274300" spcFirstLastPara="1" rIns="182875" wrap="square" tIns="91425">
            <a:noAutofit/>
          </a:bodyPr>
          <a:lstStyle>
            <a:lvl1pPr lvl="0">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1pPr>
            <a:lvl2pPr lvl="1">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2pPr>
            <a:lvl3pPr lvl="2">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3pPr>
            <a:lvl4pPr lvl="3">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4pPr>
            <a:lvl5pPr lvl="4">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5pPr>
            <a:lvl6pPr lvl="5">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6pPr>
            <a:lvl7pPr lvl="6">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7pPr>
            <a:lvl8pPr lvl="7">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8pPr>
            <a:lvl9pPr lvl="8">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9pPr>
          </a:lstStyle>
          <a:p/>
        </p:txBody>
      </p:sp>
      <p:sp>
        <p:nvSpPr>
          <p:cNvPr id="973" name="Google Shape;973;p63"/>
          <p:cNvSpPr txBox="1"/>
          <p:nvPr>
            <p:ph idx="1" type="body"/>
          </p:nvPr>
        </p:nvSpPr>
        <p:spPr>
          <a:xfrm>
            <a:off x="1042100" y="1764975"/>
            <a:ext cx="3281700" cy="293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974" name="Google Shape;974;p63"/>
          <p:cNvSpPr txBox="1"/>
          <p:nvPr>
            <p:ph idx="3" type="subTitle"/>
          </p:nvPr>
        </p:nvSpPr>
        <p:spPr>
          <a:xfrm>
            <a:off x="1040400" y="334925"/>
            <a:ext cx="7582500" cy="3351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975" name="Google Shape;975;p63"/>
          <p:cNvSpPr txBox="1"/>
          <p:nvPr>
            <p:ph idx="4" type="title"/>
          </p:nvPr>
        </p:nvSpPr>
        <p:spPr>
          <a:xfrm flipH="1">
            <a:off x="1046175" y="670000"/>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sp>
        <p:nvSpPr>
          <p:cNvPr id="976" name="Google Shape;976;p63"/>
          <p:cNvSpPr/>
          <p:nvPr/>
        </p:nvSpPr>
        <p:spPr>
          <a:xfrm>
            <a:off x="4324853" y="1916138"/>
            <a:ext cx="4298100" cy="34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63"/>
          <p:cNvSpPr/>
          <p:nvPr/>
        </p:nvSpPr>
        <p:spPr>
          <a:xfrm>
            <a:off x="4324853" y="2613500"/>
            <a:ext cx="4298100" cy="34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78" name="Google Shape;978;p63"/>
          <p:cNvCxnSpPr/>
          <p:nvPr/>
        </p:nvCxnSpPr>
        <p:spPr>
          <a:xfrm rot="10800000">
            <a:off x="4324673" y="156706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79" name="Google Shape;979;p63"/>
          <p:cNvCxnSpPr/>
          <p:nvPr/>
        </p:nvCxnSpPr>
        <p:spPr>
          <a:xfrm rot="10800000">
            <a:off x="4324066" y="191528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0" name="Google Shape;980;p63"/>
          <p:cNvCxnSpPr/>
          <p:nvPr/>
        </p:nvCxnSpPr>
        <p:spPr>
          <a:xfrm rot="10800000">
            <a:off x="4324066" y="226444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1" name="Google Shape;981;p63"/>
          <p:cNvCxnSpPr/>
          <p:nvPr/>
        </p:nvCxnSpPr>
        <p:spPr>
          <a:xfrm rot="10800000">
            <a:off x="4324066" y="261266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2" name="Google Shape;982;p63"/>
          <p:cNvCxnSpPr/>
          <p:nvPr/>
        </p:nvCxnSpPr>
        <p:spPr>
          <a:xfrm rot="10800000">
            <a:off x="4323597" y="296182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3" name="Google Shape;983;p63"/>
          <p:cNvCxnSpPr/>
          <p:nvPr/>
        </p:nvCxnSpPr>
        <p:spPr>
          <a:xfrm rot="10800000">
            <a:off x="4324048" y="331111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4" name="Google Shape;984;p63"/>
          <p:cNvCxnSpPr/>
          <p:nvPr/>
        </p:nvCxnSpPr>
        <p:spPr>
          <a:xfrm rot="10800000">
            <a:off x="4323441" y="365933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5" name="Google Shape;985;p63"/>
          <p:cNvCxnSpPr/>
          <p:nvPr/>
        </p:nvCxnSpPr>
        <p:spPr>
          <a:xfrm rot="10800000">
            <a:off x="4323441" y="400849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6" name="Google Shape;986;p63"/>
          <p:cNvCxnSpPr/>
          <p:nvPr/>
        </p:nvCxnSpPr>
        <p:spPr>
          <a:xfrm rot="10800000">
            <a:off x="4323441" y="435671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7" name="Google Shape;987;p63"/>
          <p:cNvCxnSpPr/>
          <p:nvPr/>
        </p:nvCxnSpPr>
        <p:spPr>
          <a:xfrm rot="10800000">
            <a:off x="4322972" y="4705875"/>
            <a:ext cx="4298100" cy="0"/>
          </a:xfrm>
          <a:prstGeom prst="straightConnector1">
            <a:avLst/>
          </a:prstGeom>
          <a:noFill/>
          <a:ln cap="flat" cmpd="sng" w="9525">
            <a:solidFill>
              <a:schemeClr val="accent6"/>
            </a:solidFill>
            <a:prstDash val="solid"/>
            <a:round/>
            <a:headEnd len="sm" w="sm" type="none"/>
            <a:tailEnd len="sm" w="sm" type="none"/>
          </a:ln>
        </p:spPr>
      </p:cxnSp>
      <p:sp>
        <p:nvSpPr>
          <p:cNvPr id="988" name="Google Shape;988;p63"/>
          <p:cNvSpPr txBox="1"/>
          <p:nvPr>
            <p:ph idx="5"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989" name="Google Shape;989;p63"/>
          <p:cNvSpPr txBox="1"/>
          <p:nvPr>
            <p:ph idx="6"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990" name="Google Shape;990;p63"/>
          <p:cNvSpPr txBox="1"/>
          <p:nvPr>
            <p:ph idx="7"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991" name="Google Shape;991;p63"/>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992" name="Google Shape;992;p63"/>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93" name="Google Shape;993;p63"/>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94" name="Google Shape;994;p63"/>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95" name="Google Shape;995;p63"/>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96" name="Google Shape;996;p63"/>
          <p:cNvCxnSpPr/>
          <p:nvPr/>
        </p:nvCxnSpPr>
        <p:spPr>
          <a:xfrm>
            <a:off x="1042100" y="121745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997" name="Google Shape;997;p63"/>
          <p:cNvCxnSpPr/>
          <p:nvPr/>
        </p:nvCxnSpPr>
        <p:spPr>
          <a:xfrm>
            <a:off x="4322575" y="1217450"/>
            <a:ext cx="0" cy="3926100"/>
          </a:xfrm>
          <a:prstGeom prst="straightConnector1">
            <a:avLst/>
          </a:prstGeom>
          <a:noFill/>
          <a:ln cap="flat" cmpd="sng" w="9525">
            <a:solidFill>
              <a:schemeClr val="accent6"/>
            </a:solidFill>
            <a:prstDash val="solid"/>
            <a:round/>
            <a:headEnd len="sm" w="sm" type="none"/>
            <a:tailEnd len="sm" w="sm" type="none"/>
          </a:ln>
        </p:spPr>
      </p:cxnSp>
      <p:cxnSp>
        <p:nvCxnSpPr>
          <p:cNvPr id="998" name="Google Shape;998;p63"/>
          <p:cNvCxnSpPr/>
          <p:nvPr/>
        </p:nvCxnSpPr>
        <p:spPr>
          <a:xfrm>
            <a:off x="8622700" y="334850"/>
            <a:ext cx="0" cy="4809600"/>
          </a:xfrm>
          <a:prstGeom prst="straightConnector1">
            <a:avLst/>
          </a:prstGeom>
          <a:noFill/>
          <a:ln cap="flat" cmpd="sng" w="9525">
            <a:solidFill>
              <a:schemeClr val="accent6"/>
            </a:solidFill>
            <a:prstDash val="solid"/>
            <a:round/>
            <a:headEnd len="sm" w="sm" type="none"/>
            <a:tailEnd len="sm" w="sm" type="none"/>
          </a:ln>
        </p:spPr>
      </p:cxnSp>
      <p:sp>
        <p:nvSpPr>
          <p:cNvPr id="999" name="Google Shape;999;p63"/>
          <p:cNvSpPr txBox="1"/>
          <p:nvPr>
            <p:ph idx="8" type="title"/>
          </p:nvPr>
        </p:nvSpPr>
        <p:spPr>
          <a:xfrm>
            <a:off x="4322575" y="1566800"/>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00" name="Google Shape;1000;p63"/>
          <p:cNvSpPr txBox="1"/>
          <p:nvPr>
            <p:ph idx="9" type="title"/>
          </p:nvPr>
        </p:nvSpPr>
        <p:spPr>
          <a:xfrm>
            <a:off x="4322575" y="1915625"/>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01" name="Google Shape;1001;p63"/>
          <p:cNvSpPr txBox="1"/>
          <p:nvPr>
            <p:ph idx="13" type="title"/>
          </p:nvPr>
        </p:nvSpPr>
        <p:spPr>
          <a:xfrm>
            <a:off x="4322575" y="2264975"/>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02" name="Google Shape;1002;p63"/>
          <p:cNvSpPr txBox="1"/>
          <p:nvPr>
            <p:ph idx="14" type="title"/>
          </p:nvPr>
        </p:nvSpPr>
        <p:spPr>
          <a:xfrm>
            <a:off x="4322575" y="2613638"/>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03" name="Google Shape;1003;p63"/>
          <p:cNvSpPr txBox="1"/>
          <p:nvPr>
            <p:ph idx="15" type="title"/>
          </p:nvPr>
        </p:nvSpPr>
        <p:spPr>
          <a:xfrm>
            <a:off x="7084775" y="1217450"/>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1004" name="Google Shape;1004;p63"/>
          <p:cNvSpPr txBox="1"/>
          <p:nvPr>
            <p:ph idx="16" type="title"/>
          </p:nvPr>
        </p:nvSpPr>
        <p:spPr>
          <a:xfrm>
            <a:off x="7084775" y="1566800"/>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1005" name="Google Shape;1005;p63"/>
          <p:cNvSpPr txBox="1"/>
          <p:nvPr>
            <p:ph idx="17" type="title"/>
          </p:nvPr>
        </p:nvSpPr>
        <p:spPr>
          <a:xfrm>
            <a:off x="7084775" y="1915625"/>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1006" name="Google Shape;1006;p63"/>
          <p:cNvSpPr txBox="1"/>
          <p:nvPr>
            <p:ph idx="18" type="title"/>
          </p:nvPr>
        </p:nvSpPr>
        <p:spPr>
          <a:xfrm>
            <a:off x="7084775" y="2264975"/>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1007" name="Google Shape;1007;p63"/>
          <p:cNvSpPr txBox="1"/>
          <p:nvPr>
            <p:ph idx="19" type="title"/>
          </p:nvPr>
        </p:nvSpPr>
        <p:spPr>
          <a:xfrm>
            <a:off x="7084775" y="2613638"/>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
    <p:bg>
      <p:bgPr>
        <a:solidFill>
          <a:schemeClr val="lt2"/>
        </a:solidFill>
      </p:bgPr>
    </p:bg>
    <p:spTree>
      <p:nvGrpSpPr>
        <p:cNvPr id="1008" name="Shape 1008"/>
        <p:cNvGrpSpPr/>
        <p:nvPr/>
      </p:nvGrpSpPr>
      <p:grpSpPr>
        <a:xfrm>
          <a:off x="0" y="0"/>
          <a:ext cx="0" cy="0"/>
          <a:chOff x="0" y="0"/>
          <a:chExt cx="0" cy="0"/>
        </a:xfrm>
      </p:grpSpPr>
      <p:grpSp>
        <p:nvGrpSpPr>
          <p:cNvPr id="1009" name="Google Shape;1009;p64"/>
          <p:cNvGrpSpPr/>
          <p:nvPr/>
        </p:nvGrpSpPr>
        <p:grpSpPr>
          <a:xfrm rot="5400000">
            <a:off x="593777" y="658085"/>
            <a:ext cx="369896" cy="333900"/>
            <a:chOff x="96076" y="654376"/>
            <a:chExt cx="369896" cy="333900"/>
          </a:xfrm>
        </p:grpSpPr>
        <p:cxnSp>
          <p:nvCxnSpPr>
            <p:cNvPr id="1010" name="Google Shape;1010;p6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011" name="Google Shape;1011;p6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012" name="Google Shape;1012;p6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013" name="Google Shape;1013;p64"/>
          <p:cNvSpPr txBox="1"/>
          <p:nvPr>
            <p:ph idx="1" type="body"/>
          </p:nvPr>
        </p:nvSpPr>
        <p:spPr>
          <a:xfrm>
            <a:off x="1040725" y="1217500"/>
            <a:ext cx="3578100" cy="3652500"/>
          </a:xfrm>
          <a:prstGeom prst="rect">
            <a:avLst/>
          </a:prstGeom>
        </p:spPr>
        <p:txBody>
          <a:bodyPr anchorCtr="0" anchor="t" bIns="91425" lIns="274300" spcFirstLastPara="1" rIns="365750" wrap="square" tIns="36575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4" name="Google Shape;1014;p64"/>
          <p:cNvSpPr/>
          <p:nvPr/>
        </p:nvSpPr>
        <p:spPr>
          <a:xfrm>
            <a:off x="5019250" y="1217450"/>
            <a:ext cx="4124700" cy="3941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1015" name="Google Shape;1015;p64"/>
          <p:cNvCxnSpPr/>
          <p:nvPr/>
        </p:nvCxnSpPr>
        <p:spPr>
          <a:xfrm>
            <a:off x="5019250" y="1217450"/>
            <a:ext cx="0" cy="3941700"/>
          </a:xfrm>
          <a:prstGeom prst="straightConnector1">
            <a:avLst/>
          </a:prstGeom>
          <a:noFill/>
          <a:ln cap="flat" cmpd="sng" w="9525">
            <a:solidFill>
              <a:schemeClr val="lt1"/>
            </a:solidFill>
            <a:prstDash val="solid"/>
            <a:round/>
            <a:headEnd len="sm" w="sm" type="none"/>
            <a:tailEnd len="sm" w="sm" type="none"/>
          </a:ln>
        </p:spPr>
      </p:cxnSp>
      <p:sp>
        <p:nvSpPr>
          <p:cNvPr id="1016" name="Google Shape;1016;p64"/>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17" name="Google Shape;1017;p64"/>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18" name="Google Shape;1018;p64"/>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19" name="Google Shape;1019;p64"/>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020" name="Google Shape;1020;p6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21" name="Google Shape;1021;p6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22" name="Google Shape;1022;p64"/>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23" name="Google Shape;1023;p6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24" name="Google Shape;1024;p64"/>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sp>
        <p:nvSpPr>
          <p:cNvPr id="1025" name="Google Shape;1025;p64"/>
          <p:cNvSpPr txBox="1"/>
          <p:nvPr>
            <p:ph type="title"/>
          </p:nvPr>
        </p:nvSpPr>
        <p:spPr>
          <a:xfrm flipH="1">
            <a:off x="1046175" y="67000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026" name="Google Shape;1026;p64"/>
          <p:cNvSpPr txBox="1"/>
          <p:nvPr>
            <p:ph idx="5" type="subTitle"/>
          </p:nvPr>
        </p:nvSpPr>
        <p:spPr>
          <a:xfrm>
            <a:off x="1045950" y="334925"/>
            <a:ext cx="7577100" cy="3351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1027" name="Google Shape;1027;p64"/>
          <p:cNvSpPr txBox="1"/>
          <p:nvPr>
            <p:ph idx="6" type="title"/>
          </p:nvPr>
        </p:nvSpPr>
        <p:spPr>
          <a:xfrm>
            <a:off x="5019250" y="2654100"/>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1028" name="Google Shape;1028;p64"/>
          <p:cNvSpPr txBox="1"/>
          <p:nvPr>
            <p:ph idx="7" type="subTitle"/>
          </p:nvPr>
        </p:nvSpPr>
        <p:spPr>
          <a:xfrm>
            <a:off x="5019275" y="3466500"/>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1029" name="Google Shape;1029;p64"/>
          <p:cNvSpPr txBox="1"/>
          <p:nvPr>
            <p:ph idx="8" type="title"/>
          </p:nvPr>
        </p:nvSpPr>
        <p:spPr>
          <a:xfrm>
            <a:off x="6959938" y="2654100"/>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1030" name="Google Shape;1030;p64"/>
          <p:cNvSpPr txBox="1"/>
          <p:nvPr>
            <p:ph idx="9" type="subTitle"/>
          </p:nvPr>
        </p:nvSpPr>
        <p:spPr>
          <a:xfrm>
            <a:off x="6959963" y="3466500"/>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1031" name="Google Shape;1031;p64"/>
          <p:cNvSpPr txBox="1"/>
          <p:nvPr>
            <p:ph idx="13" type="subTitle"/>
          </p:nvPr>
        </p:nvSpPr>
        <p:spPr>
          <a:xfrm>
            <a:off x="5019275" y="4642725"/>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1032" name="Google Shape;1032;p64"/>
          <p:cNvSpPr txBox="1"/>
          <p:nvPr>
            <p:ph idx="14" type="title"/>
          </p:nvPr>
        </p:nvSpPr>
        <p:spPr>
          <a:xfrm>
            <a:off x="5019250" y="3830325"/>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1033" name="Google Shape;1033;p64"/>
          <p:cNvSpPr txBox="1"/>
          <p:nvPr>
            <p:ph idx="15" type="title"/>
          </p:nvPr>
        </p:nvSpPr>
        <p:spPr>
          <a:xfrm>
            <a:off x="6959938" y="3830325"/>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1034" name="Google Shape;1034;p64"/>
          <p:cNvSpPr txBox="1"/>
          <p:nvPr>
            <p:ph idx="16" type="subTitle"/>
          </p:nvPr>
        </p:nvSpPr>
        <p:spPr>
          <a:xfrm>
            <a:off x="6959963" y="4642725"/>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1035" name="Google Shape;1035;p64"/>
          <p:cNvSpPr txBox="1"/>
          <p:nvPr>
            <p:ph idx="17" type="subTitle"/>
          </p:nvPr>
        </p:nvSpPr>
        <p:spPr>
          <a:xfrm>
            <a:off x="5019275" y="1217450"/>
            <a:ext cx="3603300" cy="678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lt1"/>
              </a:buClr>
              <a:buSzPts val="1400"/>
              <a:buFont typeface="Inter SemiBold"/>
              <a:buNone/>
              <a:defRPr>
                <a:latin typeface="Inter SemiBold"/>
                <a:ea typeface="Inter SemiBold"/>
                <a:cs typeface="Inter SemiBold"/>
                <a:sym typeface="Inter SemiBold"/>
              </a:defRPr>
            </a:lvl1pPr>
            <a:lvl2pPr lvl="1">
              <a:spcBef>
                <a:spcPts val="0"/>
              </a:spcBef>
              <a:spcAft>
                <a:spcPts val="0"/>
              </a:spcAft>
              <a:buClr>
                <a:schemeClr val="lt1"/>
              </a:buClr>
              <a:buSzPts val="1400"/>
              <a:buFont typeface="Inter SemiBold"/>
              <a:buNone/>
              <a:defRPr>
                <a:latin typeface="Inter SemiBold"/>
                <a:ea typeface="Inter SemiBold"/>
                <a:cs typeface="Inter SemiBold"/>
                <a:sym typeface="Inter SemiBold"/>
              </a:defRPr>
            </a:lvl2pPr>
            <a:lvl3pPr lvl="2">
              <a:spcBef>
                <a:spcPts val="0"/>
              </a:spcBef>
              <a:spcAft>
                <a:spcPts val="0"/>
              </a:spcAft>
              <a:buClr>
                <a:schemeClr val="lt1"/>
              </a:buClr>
              <a:buSzPts val="1400"/>
              <a:buFont typeface="Inter SemiBold"/>
              <a:buNone/>
              <a:defRPr>
                <a:latin typeface="Inter SemiBold"/>
                <a:ea typeface="Inter SemiBold"/>
                <a:cs typeface="Inter SemiBold"/>
                <a:sym typeface="Inter SemiBold"/>
              </a:defRPr>
            </a:lvl3pPr>
            <a:lvl4pPr lvl="3">
              <a:spcBef>
                <a:spcPts val="0"/>
              </a:spcBef>
              <a:spcAft>
                <a:spcPts val="0"/>
              </a:spcAft>
              <a:buClr>
                <a:schemeClr val="lt1"/>
              </a:buClr>
              <a:buSzPts val="1400"/>
              <a:buFont typeface="Inter SemiBold"/>
              <a:buNone/>
              <a:defRPr>
                <a:latin typeface="Inter SemiBold"/>
                <a:ea typeface="Inter SemiBold"/>
                <a:cs typeface="Inter SemiBold"/>
                <a:sym typeface="Inter SemiBold"/>
              </a:defRPr>
            </a:lvl4pPr>
            <a:lvl5pPr lvl="4">
              <a:spcBef>
                <a:spcPts val="0"/>
              </a:spcBef>
              <a:spcAft>
                <a:spcPts val="0"/>
              </a:spcAft>
              <a:buClr>
                <a:schemeClr val="lt1"/>
              </a:buClr>
              <a:buSzPts val="1400"/>
              <a:buFont typeface="Inter SemiBold"/>
              <a:buNone/>
              <a:defRPr>
                <a:latin typeface="Inter SemiBold"/>
                <a:ea typeface="Inter SemiBold"/>
                <a:cs typeface="Inter SemiBold"/>
                <a:sym typeface="Inter SemiBold"/>
              </a:defRPr>
            </a:lvl5pPr>
            <a:lvl6pPr lvl="5">
              <a:spcBef>
                <a:spcPts val="0"/>
              </a:spcBef>
              <a:spcAft>
                <a:spcPts val="0"/>
              </a:spcAft>
              <a:buClr>
                <a:schemeClr val="lt1"/>
              </a:buClr>
              <a:buSzPts val="1400"/>
              <a:buFont typeface="Inter SemiBold"/>
              <a:buNone/>
              <a:defRPr>
                <a:latin typeface="Inter SemiBold"/>
                <a:ea typeface="Inter SemiBold"/>
                <a:cs typeface="Inter SemiBold"/>
                <a:sym typeface="Inter SemiBold"/>
              </a:defRPr>
            </a:lvl6pPr>
            <a:lvl7pPr lvl="6">
              <a:spcBef>
                <a:spcPts val="0"/>
              </a:spcBef>
              <a:spcAft>
                <a:spcPts val="0"/>
              </a:spcAft>
              <a:buClr>
                <a:schemeClr val="lt1"/>
              </a:buClr>
              <a:buSzPts val="1400"/>
              <a:buFont typeface="Inter SemiBold"/>
              <a:buNone/>
              <a:defRPr>
                <a:latin typeface="Inter SemiBold"/>
                <a:ea typeface="Inter SemiBold"/>
                <a:cs typeface="Inter SemiBold"/>
                <a:sym typeface="Inter SemiBold"/>
              </a:defRPr>
            </a:lvl7pPr>
            <a:lvl8pPr lvl="7">
              <a:spcBef>
                <a:spcPts val="0"/>
              </a:spcBef>
              <a:spcAft>
                <a:spcPts val="0"/>
              </a:spcAft>
              <a:buClr>
                <a:schemeClr val="lt1"/>
              </a:buClr>
              <a:buSzPts val="1400"/>
              <a:buFont typeface="Inter SemiBold"/>
              <a:buNone/>
              <a:defRPr>
                <a:latin typeface="Inter SemiBold"/>
                <a:ea typeface="Inter SemiBold"/>
                <a:cs typeface="Inter SemiBold"/>
                <a:sym typeface="Inter SemiBold"/>
              </a:defRPr>
            </a:lvl8pPr>
            <a:lvl9pPr lvl="8">
              <a:spcBef>
                <a:spcPts val="0"/>
              </a:spcBef>
              <a:spcAft>
                <a:spcPts val="0"/>
              </a:spcAft>
              <a:buClr>
                <a:schemeClr val="lt1"/>
              </a:buClr>
              <a:buSzPts val="1400"/>
              <a:buFont typeface="Inter SemiBold"/>
              <a:buNone/>
              <a:defRPr>
                <a:latin typeface="Inter SemiBold"/>
                <a:ea typeface="Inter SemiBold"/>
                <a:cs typeface="Inter SemiBold"/>
                <a:sym typeface="Inter SemiBold"/>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anizational Update - Employees highlight">
  <p:cSld name="CUSTOM_2">
    <p:bg>
      <p:bgPr>
        <a:solidFill>
          <a:schemeClr val="lt2"/>
        </a:solidFill>
      </p:bgPr>
    </p:bg>
    <p:spTree>
      <p:nvGrpSpPr>
        <p:cNvPr id="1036" name="Shape 1036"/>
        <p:cNvGrpSpPr/>
        <p:nvPr/>
      </p:nvGrpSpPr>
      <p:grpSpPr>
        <a:xfrm>
          <a:off x="0" y="0"/>
          <a:ext cx="0" cy="0"/>
          <a:chOff x="0" y="0"/>
          <a:chExt cx="0" cy="0"/>
        </a:xfrm>
      </p:grpSpPr>
      <p:sp>
        <p:nvSpPr>
          <p:cNvPr id="1037" name="Google Shape;1037;p65"/>
          <p:cNvSpPr/>
          <p:nvPr>
            <p:ph idx="2" type="pic"/>
          </p:nvPr>
        </p:nvSpPr>
        <p:spPr>
          <a:xfrm>
            <a:off x="521250" y="2014675"/>
            <a:ext cx="2874600" cy="3128700"/>
          </a:xfrm>
          <a:prstGeom prst="rect">
            <a:avLst/>
          </a:prstGeom>
          <a:noFill/>
          <a:ln>
            <a:noFill/>
          </a:ln>
        </p:spPr>
      </p:sp>
      <p:sp>
        <p:nvSpPr>
          <p:cNvPr id="1038" name="Google Shape;1038;p65"/>
          <p:cNvSpPr/>
          <p:nvPr>
            <p:ph idx="3" type="pic"/>
          </p:nvPr>
        </p:nvSpPr>
        <p:spPr>
          <a:xfrm>
            <a:off x="3395750" y="2014675"/>
            <a:ext cx="2874600" cy="3128700"/>
          </a:xfrm>
          <a:prstGeom prst="rect">
            <a:avLst/>
          </a:prstGeom>
          <a:noFill/>
          <a:ln>
            <a:noFill/>
          </a:ln>
        </p:spPr>
      </p:sp>
      <p:sp>
        <p:nvSpPr>
          <p:cNvPr id="1039" name="Google Shape;1039;p65"/>
          <p:cNvSpPr/>
          <p:nvPr>
            <p:ph idx="4" type="pic"/>
          </p:nvPr>
        </p:nvSpPr>
        <p:spPr>
          <a:xfrm>
            <a:off x="6269136" y="2014675"/>
            <a:ext cx="2874600" cy="3128700"/>
          </a:xfrm>
          <a:prstGeom prst="rect">
            <a:avLst/>
          </a:prstGeom>
          <a:noFill/>
          <a:ln>
            <a:noFill/>
          </a:ln>
        </p:spPr>
      </p:sp>
      <p:sp>
        <p:nvSpPr>
          <p:cNvPr id="1040" name="Google Shape;1040;p65"/>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41" name="Google Shape;1041;p65"/>
          <p:cNvSpPr txBox="1"/>
          <p:nvPr>
            <p:ph idx="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42" name="Google Shape;1042;p65"/>
          <p:cNvSpPr txBox="1"/>
          <p:nvPr>
            <p:ph idx="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43" name="Google Shape;1043;p65"/>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044" name="Google Shape;1044;p6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45" name="Google Shape;1045;p6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46" name="Google Shape;1046;p6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47" name="Google Shape;1047;p6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48" name="Google Shape;1048;p65"/>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49" name="Google Shape;1049;p65"/>
          <p:cNvSpPr txBox="1"/>
          <p:nvPr>
            <p:ph idx="7" type="title"/>
          </p:nvPr>
        </p:nvSpPr>
        <p:spPr>
          <a:xfrm>
            <a:off x="526800" y="846475"/>
            <a:ext cx="28689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
        <p:nvSpPr>
          <p:cNvPr id="1050" name="Google Shape;1050;p65"/>
          <p:cNvSpPr txBox="1"/>
          <p:nvPr>
            <p:ph idx="8" type="title"/>
          </p:nvPr>
        </p:nvSpPr>
        <p:spPr>
          <a:xfrm>
            <a:off x="3395769" y="846475"/>
            <a:ext cx="28746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
        <p:nvSpPr>
          <p:cNvPr id="1051" name="Google Shape;1051;p65"/>
          <p:cNvSpPr txBox="1"/>
          <p:nvPr>
            <p:ph idx="9" type="title"/>
          </p:nvPr>
        </p:nvSpPr>
        <p:spPr>
          <a:xfrm>
            <a:off x="6269150" y="846475"/>
            <a:ext cx="28746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Project - Timeline ">
  <p:cSld name="CUSTOM_3">
    <p:bg>
      <p:bgPr>
        <a:solidFill>
          <a:schemeClr val="lt2"/>
        </a:solidFill>
      </p:bgPr>
    </p:bg>
    <p:spTree>
      <p:nvGrpSpPr>
        <p:cNvPr id="1052" name="Shape 1052"/>
        <p:cNvGrpSpPr/>
        <p:nvPr/>
      </p:nvGrpSpPr>
      <p:grpSpPr>
        <a:xfrm>
          <a:off x="0" y="0"/>
          <a:ext cx="0" cy="0"/>
          <a:chOff x="0" y="0"/>
          <a:chExt cx="0" cy="0"/>
        </a:xfrm>
      </p:grpSpPr>
      <p:sp>
        <p:nvSpPr>
          <p:cNvPr id="1053" name="Google Shape;1053;p66"/>
          <p:cNvSpPr txBox="1"/>
          <p:nvPr>
            <p:ph type="title"/>
          </p:nvPr>
        </p:nvSpPr>
        <p:spPr>
          <a:xfrm>
            <a:off x="6995500" y="1307575"/>
            <a:ext cx="21483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54" name="Google Shape;1054;p66"/>
          <p:cNvSpPr txBox="1"/>
          <p:nvPr>
            <p:ph idx="2" type="title"/>
          </p:nvPr>
        </p:nvSpPr>
        <p:spPr>
          <a:xfrm>
            <a:off x="4839050" y="1307575"/>
            <a:ext cx="21555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55" name="Google Shape;1055;p66"/>
          <p:cNvSpPr txBox="1"/>
          <p:nvPr>
            <p:ph idx="3" type="title"/>
          </p:nvPr>
        </p:nvSpPr>
        <p:spPr>
          <a:xfrm>
            <a:off x="2683550" y="1307575"/>
            <a:ext cx="21555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56" name="Google Shape;1056;p66"/>
          <p:cNvSpPr txBox="1"/>
          <p:nvPr>
            <p:ph idx="4" type="title"/>
          </p:nvPr>
        </p:nvSpPr>
        <p:spPr>
          <a:xfrm>
            <a:off x="521350" y="1307575"/>
            <a:ext cx="21618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57" name="Google Shape;1057;p66"/>
          <p:cNvSpPr txBox="1"/>
          <p:nvPr>
            <p:ph idx="1" type="body"/>
          </p:nvPr>
        </p:nvSpPr>
        <p:spPr>
          <a:xfrm>
            <a:off x="6995400" y="2606275"/>
            <a:ext cx="21483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58" name="Google Shape;1058;p66"/>
          <p:cNvSpPr txBox="1"/>
          <p:nvPr>
            <p:ph idx="5" type="body"/>
          </p:nvPr>
        </p:nvSpPr>
        <p:spPr>
          <a:xfrm>
            <a:off x="4838950" y="2606275"/>
            <a:ext cx="21555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59" name="Google Shape;1059;p66"/>
          <p:cNvSpPr txBox="1"/>
          <p:nvPr>
            <p:ph idx="6" type="body"/>
          </p:nvPr>
        </p:nvSpPr>
        <p:spPr>
          <a:xfrm>
            <a:off x="2683450" y="2606275"/>
            <a:ext cx="21555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60" name="Google Shape;1060;p66"/>
          <p:cNvSpPr txBox="1"/>
          <p:nvPr>
            <p:ph idx="7" type="body"/>
          </p:nvPr>
        </p:nvSpPr>
        <p:spPr>
          <a:xfrm>
            <a:off x="521250" y="2606275"/>
            <a:ext cx="21618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cxnSp>
        <p:nvCxnSpPr>
          <p:cNvPr id="1061" name="Google Shape;1061;p66"/>
          <p:cNvCxnSpPr/>
          <p:nvPr/>
        </p:nvCxnSpPr>
        <p:spPr>
          <a:xfrm>
            <a:off x="4839075" y="1307575"/>
            <a:ext cx="0" cy="3836100"/>
          </a:xfrm>
          <a:prstGeom prst="straightConnector1">
            <a:avLst/>
          </a:prstGeom>
          <a:noFill/>
          <a:ln cap="flat" cmpd="sng" w="9525">
            <a:solidFill>
              <a:schemeClr val="lt1"/>
            </a:solidFill>
            <a:prstDash val="solid"/>
            <a:round/>
            <a:headEnd len="sm" w="sm" type="none"/>
            <a:tailEnd len="sm" w="sm" type="none"/>
          </a:ln>
        </p:spPr>
      </p:cxnSp>
      <p:cxnSp>
        <p:nvCxnSpPr>
          <p:cNvPr id="1062" name="Google Shape;1062;p66"/>
          <p:cNvCxnSpPr/>
          <p:nvPr/>
        </p:nvCxnSpPr>
        <p:spPr>
          <a:xfrm>
            <a:off x="6995025" y="1307575"/>
            <a:ext cx="0" cy="3836100"/>
          </a:xfrm>
          <a:prstGeom prst="straightConnector1">
            <a:avLst/>
          </a:prstGeom>
          <a:noFill/>
          <a:ln cap="flat" cmpd="sng" w="9525">
            <a:solidFill>
              <a:schemeClr val="lt1"/>
            </a:solidFill>
            <a:prstDash val="solid"/>
            <a:round/>
            <a:headEnd len="sm" w="sm" type="none"/>
            <a:tailEnd len="sm" w="sm" type="none"/>
          </a:ln>
        </p:spPr>
      </p:cxnSp>
      <p:cxnSp>
        <p:nvCxnSpPr>
          <p:cNvPr id="1063" name="Google Shape;1063;p66"/>
          <p:cNvCxnSpPr/>
          <p:nvPr/>
        </p:nvCxnSpPr>
        <p:spPr>
          <a:xfrm>
            <a:off x="2683125" y="1307575"/>
            <a:ext cx="0" cy="3836100"/>
          </a:xfrm>
          <a:prstGeom prst="straightConnector1">
            <a:avLst/>
          </a:prstGeom>
          <a:noFill/>
          <a:ln cap="flat" cmpd="sng" w="9525">
            <a:solidFill>
              <a:schemeClr val="lt1"/>
            </a:solidFill>
            <a:prstDash val="solid"/>
            <a:round/>
            <a:headEnd len="sm" w="sm" type="none"/>
            <a:tailEnd len="sm" w="sm" type="none"/>
          </a:ln>
        </p:spPr>
      </p:cxnSp>
      <p:sp>
        <p:nvSpPr>
          <p:cNvPr id="1064" name="Google Shape;1064;p66"/>
          <p:cNvSpPr txBox="1"/>
          <p:nvPr>
            <p:ph idx="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65" name="Google Shape;1065;p66"/>
          <p:cNvSpPr txBox="1"/>
          <p:nvPr>
            <p:ph idx="9" type="title"/>
          </p:nvPr>
        </p:nvSpPr>
        <p:spPr>
          <a:xfrm flipH="1">
            <a:off x="521450" y="666257"/>
            <a:ext cx="81012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066" name="Google Shape;1066;p66"/>
          <p:cNvSpPr txBox="1"/>
          <p:nvPr>
            <p:ph idx="13" type="subTitle"/>
          </p:nvPr>
        </p:nvSpPr>
        <p:spPr>
          <a:xfrm>
            <a:off x="521250" y="334925"/>
            <a:ext cx="8101800" cy="3312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1067" name="Google Shape;1067;p6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68" name="Google Shape;1068;p66"/>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69" name="Google Shape;1069;p6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70" name="Google Shape;1070;p6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71" name="Google Shape;1071;p66"/>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sp>
        <p:nvSpPr>
          <p:cNvPr id="1072" name="Google Shape;1072;p66"/>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73" name="Google Shape;1073;p66"/>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1">
  <p:cSld name="BLANK_1_1_1_1_1_1_1_1_1_1_2_1">
    <p:bg>
      <p:bgPr>
        <a:solidFill>
          <a:schemeClr val="dk2"/>
        </a:solidFill>
      </p:bgPr>
    </p:bg>
    <p:spTree>
      <p:nvGrpSpPr>
        <p:cNvPr id="1074" name="Shape 1074"/>
        <p:cNvGrpSpPr/>
        <p:nvPr/>
      </p:nvGrpSpPr>
      <p:grpSpPr>
        <a:xfrm>
          <a:off x="0" y="0"/>
          <a:ext cx="0" cy="0"/>
          <a:chOff x="0" y="0"/>
          <a:chExt cx="0" cy="0"/>
        </a:xfrm>
      </p:grpSpPr>
      <p:sp>
        <p:nvSpPr>
          <p:cNvPr id="1075" name="Google Shape;1075;p67"/>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76" name="Google Shape;1076;p67"/>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77" name="Google Shape;1077;p67"/>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78" name="Google Shape;1078;p67"/>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79" name="Google Shape;1079;p67"/>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080" name="Google Shape;1080;p67"/>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81" name="Google Shape;1081;p67"/>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BLANK_1_1_1_1_1_1_1_1_1_1_2_1_1">
    <p:bg>
      <p:bgPr>
        <a:solidFill>
          <a:schemeClr val="lt2"/>
        </a:solidFill>
      </p:bgPr>
    </p:bg>
    <p:spTree>
      <p:nvGrpSpPr>
        <p:cNvPr id="1082" name="Shape 1082"/>
        <p:cNvGrpSpPr/>
        <p:nvPr/>
      </p:nvGrpSpPr>
      <p:grpSpPr>
        <a:xfrm>
          <a:off x="0" y="0"/>
          <a:ext cx="0" cy="0"/>
          <a:chOff x="0" y="0"/>
          <a:chExt cx="0" cy="0"/>
        </a:xfrm>
      </p:grpSpPr>
      <p:cxnSp>
        <p:nvCxnSpPr>
          <p:cNvPr id="1083" name="Google Shape;1083;p68"/>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84" name="Google Shape;1084;p68"/>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085" name="Google Shape;1085;p68"/>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86" name="Google Shape;1086;p68"/>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_1_1_1">
    <p:bg>
      <p:bgPr>
        <a:solidFill>
          <a:schemeClr val="lt2"/>
        </a:solidFill>
      </p:bgPr>
    </p:bg>
    <p:spTree>
      <p:nvGrpSpPr>
        <p:cNvPr id="1087" name="Shape 1087"/>
        <p:cNvGrpSpPr/>
        <p:nvPr/>
      </p:nvGrpSpPr>
      <p:grpSpPr>
        <a:xfrm>
          <a:off x="0" y="0"/>
          <a:ext cx="0" cy="0"/>
          <a:chOff x="0" y="0"/>
          <a:chExt cx="0" cy="0"/>
        </a:xfrm>
      </p:grpSpPr>
      <p:sp>
        <p:nvSpPr>
          <p:cNvPr id="1088" name="Google Shape;1088;p69"/>
          <p:cNvSpPr txBox="1"/>
          <p:nvPr>
            <p:ph idx="1" type="subTitle"/>
          </p:nvPr>
        </p:nvSpPr>
        <p:spPr>
          <a:xfrm>
            <a:off x="5208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89" name="Google Shape;1089;p69"/>
          <p:cNvSpPr txBox="1"/>
          <p:nvPr>
            <p:ph idx="2" type="subTitle"/>
          </p:nvPr>
        </p:nvSpPr>
        <p:spPr>
          <a:xfrm>
            <a:off x="408925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90" name="Google Shape;1090;p69"/>
          <p:cNvSpPr txBox="1"/>
          <p:nvPr>
            <p:ph idx="3" type="subTitle"/>
          </p:nvPr>
        </p:nvSpPr>
        <p:spPr>
          <a:xfrm>
            <a:off x="6773250" y="-175"/>
            <a:ext cx="1848900" cy="3351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91" name="Google Shape;1091;p69"/>
          <p:cNvCxnSpPr/>
          <p:nvPr/>
        </p:nvCxnSpPr>
        <p:spPr>
          <a:xfrm>
            <a:off x="5208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92" name="Google Shape;1092;p69"/>
          <p:cNvCxnSpPr/>
          <p:nvPr/>
        </p:nvCxnSpPr>
        <p:spPr>
          <a:xfrm>
            <a:off x="52080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93" name="Google Shape;1093;p69"/>
          <p:cNvCxnSpPr/>
          <p:nvPr/>
        </p:nvCxnSpPr>
        <p:spPr>
          <a:xfrm>
            <a:off x="677330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94" name="Google Shape;1094;p69"/>
          <p:cNvCxnSpPr/>
          <p:nvPr/>
        </p:nvCxnSpPr>
        <p:spPr>
          <a:xfrm>
            <a:off x="862352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3">
  <p:cSld name="BLANK_1_1_1_1_1_1_1_1_1_1_2_2">
    <p:bg>
      <p:bgPr>
        <a:solidFill>
          <a:schemeClr val="lt2"/>
        </a:solidFill>
      </p:bgPr>
    </p:bg>
    <p:spTree>
      <p:nvGrpSpPr>
        <p:cNvPr id="1095" name="Shape 1095"/>
        <p:cNvGrpSpPr/>
        <p:nvPr/>
      </p:nvGrpSpPr>
      <p:grpSpPr>
        <a:xfrm>
          <a:off x="0" y="0"/>
          <a:ext cx="0" cy="0"/>
          <a:chOff x="0" y="0"/>
          <a:chExt cx="0" cy="0"/>
        </a:xfrm>
      </p:grpSpPr>
      <p:sp>
        <p:nvSpPr>
          <p:cNvPr id="1096" name="Google Shape;1096;p7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97" name="Google Shape;1097;p70"/>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98" name="Google Shape;1098;p70"/>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99" name="Google Shape;1099;p70"/>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00" name="Google Shape;1100;p7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01" name="Google Shape;1101;p7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02" name="Google Shape;1102;p70"/>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03" name="Google Shape;1103;p70"/>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4">
  <p:cSld name="BLANK_1_1_1_1_1_1_1_1_1_1_2_1_2">
    <p:bg>
      <p:bgPr>
        <a:solidFill>
          <a:schemeClr val="dk2"/>
        </a:solidFill>
      </p:bgPr>
    </p:bg>
    <p:spTree>
      <p:nvGrpSpPr>
        <p:cNvPr id="1104" name="Shape 1104"/>
        <p:cNvGrpSpPr/>
        <p:nvPr/>
      </p:nvGrpSpPr>
      <p:grpSpPr>
        <a:xfrm>
          <a:off x="0" y="0"/>
          <a:ext cx="0" cy="0"/>
          <a:chOff x="0" y="0"/>
          <a:chExt cx="0" cy="0"/>
        </a:xfrm>
      </p:grpSpPr>
      <p:sp>
        <p:nvSpPr>
          <p:cNvPr id="1105" name="Google Shape;1105;p71"/>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106" name="Google Shape;1106;p71"/>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107" name="Google Shape;1107;p71"/>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108" name="Google Shape;1108;p71"/>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109" name="Google Shape;1109;p71"/>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10" name="Google Shape;1110;p71"/>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11" name="Google Shape;1111;p71"/>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112" name="Google Shape;1112;p71"/>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5">
  <p:cSld name="BLANK_1_1_1_1_1_1_1_1_1_1_2_1_1_2">
    <p:bg>
      <p:bgPr>
        <a:solidFill>
          <a:schemeClr val="lt1"/>
        </a:solidFill>
      </p:bgPr>
    </p:bg>
    <p:spTree>
      <p:nvGrpSpPr>
        <p:cNvPr id="1113" name="Shape 1113"/>
        <p:cNvGrpSpPr/>
        <p:nvPr/>
      </p:nvGrpSpPr>
      <p:grpSpPr>
        <a:xfrm>
          <a:off x="0" y="0"/>
          <a:ext cx="0" cy="0"/>
          <a:chOff x="0" y="0"/>
          <a:chExt cx="0" cy="0"/>
        </a:xfrm>
      </p:grpSpPr>
      <p:sp>
        <p:nvSpPr>
          <p:cNvPr id="1114" name="Google Shape;1114;p7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115" name="Google Shape;1115;p72"/>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116" name="Google Shape;1116;p72"/>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117" name="Google Shape;1117;p72"/>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118" name="Google Shape;1118;p72"/>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19" name="Google Shape;1119;p72"/>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20" name="Google Shape;1120;p72"/>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121" name="Google Shape;1121;p72"/>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BLANK_1_1_1_1_1_1_1_1_1_1_1_1">
    <p:bg>
      <p:bgPr>
        <a:solidFill>
          <a:schemeClr val="lt2"/>
        </a:solidFill>
      </p:bgPr>
    </p:bg>
    <p:spTree>
      <p:nvGrpSpPr>
        <p:cNvPr id="1122" name="Shape 1122"/>
        <p:cNvGrpSpPr/>
        <p:nvPr/>
      </p:nvGrpSpPr>
      <p:grpSpPr>
        <a:xfrm>
          <a:off x="0" y="0"/>
          <a:ext cx="0" cy="0"/>
          <a:chOff x="0" y="0"/>
          <a:chExt cx="0" cy="0"/>
        </a:xfrm>
      </p:grpSpPr>
      <p:sp>
        <p:nvSpPr>
          <p:cNvPr id="1123" name="Google Shape;1123;p73"/>
          <p:cNvSpPr/>
          <p:nvPr>
            <p:ph idx="2" type="pic"/>
          </p:nvPr>
        </p:nvSpPr>
        <p:spPr>
          <a:xfrm>
            <a:off x="5548700" y="1196175"/>
            <a:ext cx="3073800" cy="3364800"/>
          </a:xfrm>
          <a:prstGeom prst="roundRect">
            <a:avLst>
              <a:gd fmla="val 6865" name="adj"/>
            </a:avLst>
          </a:prstGeom>
          <a:noFill/>
          <a:ln>
            <a:noFill/>
          </a:ln>
        </p:spPr>
      </p:sp>
      <p:cxnSp>
        <p:nvCxnSpPr>
          <p:cNvPr id="1124" name="Google Shape;1124;p7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25" name="Google Shape;1125;p7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126" name="Google Shape;1126;p7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27" name="Google Shape;1127;p7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128" name="Google Shape;1128;p73"/>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29" name="Google Shape;1129;p73"/>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130" name="Google Shape;1130;p73"/>
          <p:cNvSpPr txBox="1"/>
          <p:nvPr>
            <p:ph idx="1" type="body"/>
          </p:nvPr>
        </p:nvSpPr>
        <p:spPr>
          <a:xfrm>
            <a:off x="522600" y="998925"/>
            <a:ext cx="3614400" cy="33648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_2">
    <p:bg>
      <p:bgPr>
        <a:solidFill>
          <a:schemeClr val="lt2"/>
        </a:solidFill>
      </p:bgPr>
    </p:bg>
    <p:spTree>
      <p:nvGrpSpPr>
        <p:cNvPr id="1131" name="Shape 1131"/>
        <p:cNvGrpSpPr/>
        <p:nvPr/>
      </p:nvGrpSpPr>
      <p:grpSpPr>
        <a:xfrm>
          <a:off x="0" y="0"/>
          <a:ext cx="0" cy="0"/>
          <a:chOff x="0" y="0"/>
          <a:chExt cx="0" cy="0"/>
        </a:xfrm>
      </p:grpSpPr>
      <p:sp>
        <p:nvSpPr>
          <p:cNvPr id="1132" name="Google Shape;1132;p74"/>
          <p:cNvSpPr/>
          <p:nvPr>
            <p:ph idx="2" type="pic"/>
          </p:nvPr>
        </p:nvSpPr>
        <p:spPr>
          <a:xfrm>
            <a:off x="5548700" y="1196175"/>
            <a:ext cx="3073800" cy="3364800"/>
          </a:xfrm>
          <a:prstGeom prst="roundRect">
            <a:avLst>
              <a:gd fmla="val 6865" name="adj"/>
            </a:avLst>
          </a:prstGeom>
          <a:noFill/>
          <a:ln>
            <a:noFill/>
          </a:ln>
        </p:spPr>
      </p:sp>
      <p:cxnSp>
        <p:nvCxnSpPr>
          <p:cNvPr id="1133" name="Google Shape;1133;p7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34" name="Google Shape;1134;p7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135" name="Google Shape;1135;p7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36" name="Google Shape;1136;p7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137" name="Google Shape;1137;p74"/>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38" name="Google Shape;1138;p74"/>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139" name="Google Shape;1139;p74"/>
          <p:cNvSpPr txBox="1"/>
          <p:nvPr>
            <p:ph idx="1" type="body"/>
          </p:nvPr>
        </p:nvSpPr>
        <p:spPr>
          <a:xfrm>
            <a:off x="522600" y="998925"/>
            <a:ext cx="3614400" cy="33648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40" name="Google Shape;1140;p74"/>
          <p:cNvSpPr txBox="1"/>
          <p:nvPr>
            <p:ph idx="3"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141" name="Google Shape;1141;p74"/>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142" name="Google Shape;1142;p74"/>
          <p:cNvSpPr txBox="1"/>
          <p:nvPr>
            <p:ph idx="5"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BLANK_1_1_1_1_1_1_1_1_1_1_1_1_1">
    <p:bg>
      <p:bgPr>
        <a:solidFill>
          <a:schemeClr val="lt2"/>
        </a:solidFill>
      </p:bgPr>
    </p:bg>
    <p:spTree>
      <p:nvGrpSpPr>
        <p:cNvPr id="1143" name="Shape 1143"/>
        <p:cNvGrpSpPr/>
        <p:nvPr/>
      </p:nvGrpSpPr>
      <p:grpSpPr>
        <a:xfrm>
          <a:off x="0" y="0"/>
          <a:ext cx="0" cy="0"/>
          <a:chOff x="0" y="0"/>
          <a:chExt cx="0" cy="0"/>
        </a:xfrm>
      </p:grpSpPr>
      <p:grpSp>
        <p:nvGrpSpPr>
          <p:cNvPr id="1144" name="Google Shape;1144;p75"/>
          <p:cNvGrpSpPr/>
          <p:nvPr/>
        </p:nvGrpSpPr>
        <p:grpSpPr>
          <a:xfrm rot="5400000">
            <a:off x="590952" y="3923898"/>
            <a:ext cx="369896" cy="333900"/>
            <a:chOff x="96076" y="654376"/>
            <a:chExt cx="369896" cy="333900"/>
          </a:xfrm>
        </p:grpSpPr>
        <p:cxnSp>
          <p:nvCxnSpPr>
            <p:cNvPr id="1145" name="Google Shape;1145;p7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46" name="Google Shape;1146;p7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47" name="Google Shape;1147;p7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48" name="Google Shape;1148;p75"/>
          <p:cNvGrpSpPr/>
          <p:nvPr/>
        </p:nvGrpSpPr>
        <p:grpSpPr>
          <a:xfrm rot="5400000">
            <a:off x="593777" y="1786135"/>
            <a:ext cx="369896" cy="333900"/>
            <a:chOff x="96076" y="654376"/>
            <a:chExt cx="369896" cy="333900"/>
          </a:xfrm>
        </p:grpSpPr>
        <p:cxnSp>
          <p:nvCxnSpPr>
            <p:cNvPr id="1149" name="Google Shape;1149;p7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50" name="Google Shape;1150;p7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51" name="Google Shape;1151;p7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52" name="Google Shape;1152;p75"/>
          <p:cNvSpPr txBox="1"/>
          <p:nvPr/>
        </p:nvSpPr>
        <p:spPr>
          <a:xfrm>
            <a:off x="1036450" y="882400"/>
            <a:ext cx="1985100" cy="21333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800">
              <a:solidFill>
                <a:schemeClr val="lt1"/>
              </a:solidFill>
              <a:latin typeface="Inter Light"/>
              <a:ea typeface="Inter Light"/>
              <a:cs typeface="Inter Light"/>
              <a:sym typeface="Inter Light"/>
            </a:endParaRPr>
          </a:p>
        </p:txBody>
      </p:sp>
      <p:sp>
        <p:nvSpPr>
          <p:cNvPr id="1153" name="Google Shape;1153;p75"/>
          <p:cNvSpPr txBox="1"/>
          <p:nvPr/>
        </p:nvSpPr>
        <p:spPr>
          <a:xfrm>
            <a:off x="1036450" y="3019861"/>
            <a:ext cx="1985100" cy="21333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54" name="Google Shape;1154;p75"/>
          <p:cNvSpPr txBox="1"/>
          <p:nvPr>
            <p:ph idx="1" type="subTitle"/>
          </p:nvPr>
        </p:nvSpPr>
        <p:spPr>
          <a:xfrm>
            <a:off x="1042075" y="882450"/>
            <a:ext cx="1985100" cy="21333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2400"/>
              <a:buFont typeface="Gowun Batang"/>
              <a:buNone/>
              <a:defRPr sz="24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55" name="Google Shape;1155;p75"/>
          <p:cNvSpPr txBox="1"/>
          <p:nvPr>
            <p:ph idx="2" type="subTitle"/>
          </p:nvPr>
        </p:nvSpPr>
        <p:spPr>
          <a:xfrm>
            <a:off x="1042100" y="3015800"/>
            <a:ext cx="1985100" cy="21333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2400"/>
              <a:buFont typeface="Gowun Batang"/>
              <a:buNone/>
              <a:defRPr sz="24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cxnSp>
        <p:nvCxnSpPr>
          <p:cNvPr id="1156" name="Google Shape;1156;p75"/>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57" name="Google Shape;1157;p7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58" name="Google Shape;1158;p75"/>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159" name="Google Shape;1159;p75"/>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60" name="Google Shape;1160;p75"/>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1161" name="Google Shape;1161;p75"/>
          <p:cNvSpPr txBox="1"/>
          <p:nvPr>
            <p:ph idx="3" type="body"/>
          </p:nvPr>
        </p:nvSpPr>
        <p:spPr>
          <a:xfrm>
            <a:off x="3166350" y="1132823"/>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62" name="Google Shape;1162;p75"/>
          <p:cNvSpPr txBox="1"/>
          <p:nvPr>
            <p:ph idx="4" type="body"/>
          </p:nvPr>
        </p:nvSpPr>
        <p:spPr>
          <a:xfrm>
            <a:off x="3166350" y="3266210"/>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63" name="Google Shape;1163;p75"/>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64" name="Google Shape;1164;p75"/>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extLst>
    <p:ext uri="{DCECCB84-F9BA-43D5-87BE-67443E8EF086}">
      <p15:sldGuideLst>
        <p15:guide id="1" orient="horz" pos="1726">
          <p15:clr>
            <a:srgbClr val="E46962"/>
          </p15:clr>
        </p15:guide>
        <p15:guide id="2" orient="horz" pos="3042">
          <p15:clr>
            <a:srgbClr val="E46962"/>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BLANK_1_1_1_1_1_1_1_1_1_1_1_1_1_2">
    <p:bg>
      <p:bgPr>
        <a:solidFill>
          <a:schemeClr val="lt2"/>
        </a:solidFill>
      </p:bgPr>
    </p:bg>
    <p:spTree>
      <p:nvGrpSpPr>
        <p:cNvPr id="1165" name="Shape 1165"/>
        <p:cNvGrpSpPr/>
        <p:nvPr/>
      </p:nvGrpSpPr>
      <p:grpSpPr>
        <a:xfrm>
          <a:off x="0" y="0"/>
          <a:ext cx="0" cy="0"/>
          <a:chOff x="0" y="0"/>
          <a:chExt cx="0" cy="0"/>
        </a:xfrm>
      </p:grpSpPr>
      <p:grpSp>
        <p:nvGrpSpPr>
          <p:cNvPr id="1166" name="Google Shape;1166;p76"/>
          <p:cNvGrpSpPr/>
          <p:nvPr/>
        </p:nvGrpSpPr>
        <p:grpSpPr>
          <a:xfrm rot="5400000">
            <a:off x="590952" y="3923898"/>
            <a:ext cx="369896" cy="333900"/>
            <a:chOff x="96076" y="654376"/>
            <a:chExt cx="369896" cy="333900"/>
          </a:xfrm>
        </p:grpSpPr>
        <p:cxnSp>
          <p:nvCxnSpPr>
            <p:cNvPr id="1167" name="Google Shape;1167;p7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68" name="Google Shape;1168;p7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69" name="Google Shape;1169;p7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70" name="Google Shape;1170;p76"/>
          <p:cNvGrpSpPr/>
          <p:nvPr/>
        </p:nvGrpSpPr>
        <p:grpSpPr>
          <a:xfrm rot="5400000">
            <a:off x="593777" y="1786135"/>
            <a:ext cx="369896" cy="333900"/>
            <a:chOff x="96076" y="654376"/>
            <a:chExt cx="369896" cy="333900"/>
          </a:xfrm>
        </p:grpSpPr>
        <p:cxnSp>
          <p:nvCxnSpPr>
            <p:cNvPr id="1171" name="Google Shape;1171;p7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72" name="Google Shape;1172;p7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73" name="Google Shape;1173;p7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74" name="Google Shape;1174;p76"/>
          <p:cNvSpPr txBox="1"/>
          <p:nvPr/>
        </p:nvSpPr>
        <p:spPr>
          <a:xfrm>
            <a:off x="1036450" y="882400"/>
            <a:ext cx="1985100" cy="21333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800">
              <a:solidFill>
                <a:schemeClr val="lt1"/>
              </a:solidFill>
              <a:latin typeface="Inter Light"/>
              <a:ea typeface="Inter Light"/>
              <a:cs typeface="Inter Light"/>
              <a:sym typeface="Inter Light"/>
            </a:endParaRPr>
          </a:p>
        </p:txBody>
      </p:sp>
      <p:sp>
        <p:nvSpPr>
          <p:cNvPr id="1175" name="Google Shape;1175;p76"/>
          <p:cNvSpPr txBox="1"/>
          <p:nvPr/>
        </p:nvSpPr>
        <p:spPr>
          <a:xfrm>
            <a:off x="1036450" y="3019861"/>
            <a:ext cx="1985100" cy="21333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76" name="Google Shape;1176;p76"/>
          <p:cNvSpPr txBox="1"/>
          <p:nvPr>
            <p:ph type="title"/>
          </p:nvPr>
        </p:nvSpPr>
        <p:spPr>
          <a:xfrm>
            <a:off x="1042100" y="886425"/>
            <a:ext cx="1979400" cy="2133300"/>
          </a:xfrm>
          <a:prstGeom prst="rect">
            <a:avLst/>
          </a:prstGeom>
        </p:spPr>
        <p:txBody>
          <a:bodyPr anchorCtr="0" anchor="ctr" bIns="45700" lIns="274300" spcFirstLastPara="1" rIns="182875" wrap="square" tIns="0">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1177" name="Google Shape;1177;p76"/>
          <p:cNvSpPr txBox="1"/>
          <p:nvPr>
            <p:ph idx="2" type="title"/>
          </p:nvPr>
        </p:nvSpPr>
        <p:spPr>
          <a:xfrm>
            <a:off x="1042100" y="3023907"/>
            <a:ext cx="1985100" cy="2133300"/>
          </a:xfrm>
          <a:prstGeom prst="rect">
            <a:avLst/>
          </a:prstGeom>
        </p:spPr>
        <p:txBody>
          <a:bodyPr anchorCtr="0" anchor="ctr" bIns="45700" lIns="274300" spcFirstLastPara="1" rIns="182875" wrap="square" tIns="0">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1178" name="Google Shape;1178;p76"/>
          <p:cNvSpPr txBox="1"/>
          <p:nvPr>
            <p:ph idx="1"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179" name="Google Shape;1179;p76"/>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180" name="Google Shape;1180;p76"/>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181" name="Google Shape;1181;p7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82" name="Google Shape;1182;p7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83" name="Google Shape;1183;p76"/>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184" name="Google Shape;1184;p76"/>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85" name="Google Shape;1185;p7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1186" name="Google Shape;1186;p76"/>
          <p:cNvSpPr txBox="1"/>
          <p:nvPr>
            <p:ph idx="5" type="body"/>
          </p:nvPr>
        </p:nvSpPr>
        <p:spPr>
          <a:xfrm>
            <a:off x="3166350" y="1132823"/>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87" name="Google Shape;1187;p76"/>
          <p:cNvSpPr txBox="1"/>
          <p:nvPr>
            <p:ph idx="6" type="body"/>
          </p:nvPr>
        </p:nvSpPr>
        <p:spPr>
          <a:xfrm>
            <a:off x="3166350" y="3266210"/>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88" name="Google Shape;1188;p76"/>
          <p:cNvSpPr txBox="1"/>
          <p:nvPr>
            <p:ph idx="7"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89" name="Google Shape;1189;p76"/>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extLst>
    <p:ext uri="{DCECCB84-F9BA-43D5-87BE-67443E8EF086}">
      <p15:sldGuideLst>
        <p15:guide id="1" orient="horz" pos="1726">
          <p15:clr>
            <a:srgbClr val="E46962"/>
          </p15:clr>
        </p15:guide>
        <p15:guide id="2" orient="horz" pos="3042">
          <p15:clr>
            <a:srgbClr val="E46962"/>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BLANK_1_1_1_1_1_1_1_1_1_1_1_1_1_1">
    <p:bg>
      <p:bgPr>
        <a:solidFill>
          <a:schemeClr val="lt2"/>
        </a:solidFill>
      </p:bgPr>
    </p:bg>
    <p:spTree>
      <p:nvGrpSpPr>
        <p:cNvPr id="1190" name="Shape 1190"/>
        <p:cNvGrpSpPr/>
        <p:nvPr/>
      </p:nvGrpSpPr>
      <p:grpSpPr>
        <a:xfrm>
          <a:off x="0" y="0"/>
          <a:ext cx="0" cy="0"/>
          <a:chOff x="0" y="0"/>
          <a:chExt cx="0" cy="0"/>
        </a:xfrm>
      </p:grpSpPr>
      <p:grpSp>
        <p:nvGrpSpPr>
          <p:cNvPr id="1191" name="Google Shape;1191;p77"/>
          <p:cNvGrpSpPr/>
          <p:nvPr/>
        </p:nvGrpSpPr>
        <p:grpSpPr>
          <a:xfrm rot="5400000">
            <a:off x="593015" y="4280998"/>
            <a:ext cx="369896" cy="333900"/>
            <a:chOff x="96076" y="654376"/>
            <a:chExt cx="369896" cy="333900"/>
          </a:xfrm>
        </p:grpSpPr>
        <p:cxnSp>
          <p:nvCxnSpPr>
            <p:cNvPr id="1192" name="Google Shape;1192;p7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93" name="Google Shape;1193;p7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94" name="Google Shape;1194;p7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95" name="Google Shape;1195;p77"/>
          <p:cNvGrpSpPr/>
          <p:nvPr/>
        </p:nvGrpSpPr>
        <p:grpSpPr>
          <a:xfrm rot="5400000">
            <a:off x="591615" y="2800698"/>
            <a:ext cx="369896" cy="333900"/>
            <a:chOff x="96076" y="654376"/>
            <a:chExt cx="369896" cy="333900"/>
          </a:xfrm>
        </p:grpSpPr>
        <p:cxnSp>
          <p:nvCxnSpPr>
            <p:cNvPr id="1196" name="Google Shape;1196;p7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97" name="Google Shape;1197;p7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98" name="Google Shape;1198;p7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99" name="Google Shape;1199;p77"/>
          <p:cNvGrpSpPr/>
          <p:nvPr/>
        </p:nvGrpSpPr>
        <p:grpSpPr>
          <a:xfrm rot="5400000">
            <a:off x="594440" y="1320410"/>
            <a:ext cx="369896" cy="333900"/>
            <a:chOff x="96076" y="654376"/>
            <a:chExt cx="369896" cy="333900"/>
          </a:xfrm>
        </p:grpSpPr>
        <p:cxnSp>
          <p:nvCxnSpPr>
            <p:cNvPr id="1200" name="Google Shape;1200;p7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01" name="Google Shape;1201;p7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02" name="Google Shape;1202;p7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03" name="Google Shape;1203;p77"/>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04" name="Google Shape;1204;p77"/>
          <p:cNvSpPr txBox="1"/>
          <p:nvPr/>
        </p:nvSpPr>
        <p:spPr>
          <a:xfrm>
            <a:off x="1040600" y="3719118"/>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05" name="Google Shape;1205;p77"/>
          <p:cNvSpPr txBox="1"/>
          <p:nvPr/>
        </p:nvSpPr>
        <p:spPr>
          <a:xfrm>
            <a:off x="1040600" y="2311041"/>
            <a:ext cx="1985100" cy="14244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06" name="Google Shape;1206;p77"/>
          <p:cNvSpPr txBox="1"/>
          <p:nvPr/>
        </p:nvSpPr>
        <p:spPr>
          <a:xfrm>
            <a:off x="1040600" y="882450"/>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07" name="Google Shape;1207;p77"/>
          <p:cNvSpPr txBox="1"/>
          <p:nvPr>
            <p:ph idx="1" type="body"/>
          </p:nvPr>
        </p:nvSpPr>
        <p:spPr>
          <a:xfrm>
            <a:off x="3166350" y="2557587"/>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08" name="Google Shape;1208;p77"/>
          <p:cNvSpPr txBox="1"/>
          <p:nvPr>
            <p:ph idx="2" type="body"/>
          </p:nvPr>
        </p:nvSpPr>
        <p:spPr>
          <a:xfrm>
            <a:off x="3166350" y="3965664"/>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cxnSp>
        <p:nvCxnSpPr>
          <p:cNvPr id="1209" name="Google Shape;1209;p7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10" name="Google Shape;1210;p7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11" name="Google Shape;1211;p7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12" name="Google Shape;1212;p7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13" name="Google Shape;1213;p77"/>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sp>
        <p:nvSpPr>
          <p:cNvPr id="1214" name="Google Shape;1214;p77"/>
          <p:cNvSpPr txBox="1"/>
          <p:nvPr>
            <p:ph idx="3" type="body"/>
          </p:nvPr>
        </p:nvSpPr>
        <p:spPr>
          <a:xfrm>
            <a:off x="3166350" y="1128996"/>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1215" name="Google Shape;1215;p77"/>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16" name="Google Shape;1216;p77"/>
          <p:cNvSpPr txBox="1"/>
          <p:nvPr>
            <p:ph idx="4" type="subTitle"/>
          </p:nvPr>
        </p:nvSpPr>
        <p:spPr>
          <a:xfrm>
            <a:off x="1042075" y="882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17" name="Google Shape;1217;p77"/>
          <p:cNvSpPr txBox="1"/>
          <p:nvPr>
            <p:ph idx="5" type="subTitle"/>
          </p:nvPr>
        </p:nvSpPr>
        <p:spPr>
          <a:xfrm>
            <a:off x="1042075" y="23110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18" name="Google Shape;1218;p77"/>
          <p:cNvSpPr txBox="1"/>
          <p:nvPr>
            <p:ph idx="6" type="subTitle"/>
          </p:nvPr>
        </p:nvSpPr>
        <p:spPr>
          <a:xfrm>
            <a:off x="1042075" y="3735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_2">
    <p:bg>
      <p:bgPr>
        <a:solidFill>
          <a:schemeClr val="lt2"/>
        </a:solidFill>
      </p:bgPr>
    </p:bg>
    <p:spTree>
      <p:nvGrpSpPr>
        <p:cNvPr id="1219" name="Shape 1219"/>
        <p:cNvGrpSpPr/>
        <p:nvPr/>
      </p:nvGrpSpPr>
      <p:grpSpPr>
        <a:xfrm>
          <a:off x="0" y="0"/>
          <a:ext cx="0" cy="0"/>
          <a:chOff x="0" y="0"/>
          <a:chExt cx="0" cy="0"/>
        </a:xfrm>
      </p:grpSpPr>
      <p:grpSp>
        <p:nvGrpSpPr>
          <p:cNvPr id="1220" name="Google Shape;1220;p78"/>
          <p:cNvGrpSpPr/>
          <p:nvPr/>
        </p:nvGrpSpPr>
        <p:grpSpPr>
          <a:xfrm rot="5400000">
            <a:off x="593015" y="4280998"/>
            <a:ext cx="369896" cy="333900"/>
            <a:chOff x="96076" y="654376"/>
            <a:chExt cx="369896" cy="333900"/>
          </a:xfrm>
        </p:grpSpPr>
        <p:cxnSp>
          <p:nvCxnSpPr>
            <p:cNvPr id="1221" name="Google Shape;1221;p7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22" name="Google Shape;1222;p7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23" name="Google Shape;1223;p7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24" name="Google Shape;1224;p78"/>
          <p:cNvGrpSpPr/>
          <p:nvPr/>
        </p:nvGrpSpPr>
        <p:grpSpPr>
          <a:xfrm rot="5400000">
            <a:off x="591615" y="2800698"/>
            <a:ext cx="369896" cy="333900"/>
            <a:chOff x="96076" y="654376"/>
            <a:chExt cx="369896" cy="333900"/>
          </a:xfrm>
        </p:grpSpPr>
        <p:cxnSp>
          <p:nvCxnSpPr>
            <p:cNvPr id="1225" name="Google Shape;1225;p7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26" name="Google Shape;1226;p7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27" name="Google Shape;1227;p7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28" name="Google Shape;1228;p78"/>
          <p:cNvGrpSpPr/>
          <p:nvPr/>
        </p:nvGrpSpPr>
        <p:grpSpPr>
          <a:xfrm rot="5400000">
            <a:off x="594440" y="1320410"/>
            <a:ext cx="369896" cy="333900"/>
            <a:chOff x="96076" y="654376"/>
            <a:chExt cx="369896" cy="333900"/>
          </a:xfrm>
        </p:grpSpPr>
        <p:cxnSp>
          <p:nvCxnSpPr>
            <p:cNvPr id="1229" name="Google Shape;1229;p7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30" name="Google Shape;1230;p7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31" name="Google Shape;1231;p7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32" name="Google Shape;1232;p78"/>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33" name="Google Shape;1233;p78"/>
          <p:cNvSpPr txBox="1"/>
          <p:nvPr/>
        </p:nvSpPr>
        <p:spPr>
          <a:xfrm>
            <a:off x="1040600" y="3719118"/>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34" name="Google Shape;1234;p78"/>
          <p:cNvSpPr txBox="1"/>
          <p:nvPr/>
        </p:nvSpPr>
        <p:spPr>
          <a:xfrm>
            <a:off x="1040600" y="2311041"/>
            <a:ext cx="1985100" cy="14244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35" name="Google Shape;1235;p78"/>
          <p:cNvSpPr txBox="1"/>
          <p:nvPr/>
        </p:nvSpPr>
        <p:spPr>
          <a:xfrm>
            <a:off x="1040600" y="882450"/>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36" name="Google Shape;1236;p78"/>
          <p:cNvSpPr txBox="1"/>
          <p:nvPr>
            <p:ph idx="1" type="body"/>
          </p:nvPr>
        </p:nvSpPr>
        <p:spPr>
          <a:xfrm>
            <a:off x="3166350" y="2557587"/>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37" name="Google Shape;1237;p78"/>
          <p:cNvSpPr txBox="1"/>
          <p:nvPr>
            <p:ph idx="2" type="body"/>
          </p:nvPr>
        </p:nvSpPr>
        <p:spPr>
          <a:xfrm>
            <a:off x="3166350" y="3965664"/>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cxnSp>
        <p:nvCxnSpPr>
          <p:cNvPr id="1238" name="Google Shape;1238;p7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39" name="Google Shape;1239;p7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40" name="Google Shape;1240;p7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41" name="Google Shape;1241;p7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42" name="Google Shape;1242;p78"/>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sp>
        <p:nvSpPr>
          <p:cNvPr id="1243" name="Google Shape;1243;p78"/>
          <p:cNvSpPr txBox="1"/>
          <p:nvPr>
            <p:ph idx="3" type="body"/>
          </p:nvPr>
        </p:nvSpPr>
        <p:spPr>
          <a:xfrm>
            <a:off x="3166350" y="1128996"/>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1244" name="Google Shape;1244;p78"/>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45" name="Google Shape;1245;p78"/>
          <p:cNvSpPr txBox="1"/>
          <p:nvPr>
            <p:ph idx="4" type="subTitle"/>
          </p:nvPr>
        </p:nvSpPr>
        <p:spPr>
          <a:xfrm>
            <a:off x="1042075" y="882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6" name="Google Shape;1246;p78"/>
          <p:cNvSpPr txBox="1"/>
          <p:nvPr>
            <p:ph idx="5" type="subTitle"/>
          </p:nvPr>
        </p:nvSpPr>
        <p:spPr>
          <a:xfrm>
            <a:off x="1042075" y="23110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7" name="Google Shape;1247;p78"/>
          <p:cNvSpPr txBox="1"/>
          <p:nvPr>
            <p:ph idx="6" type="subTitle"/>
          </p:nvPr>
        </p:nvSpPr>
        <p:spPr>
          <a:xfrm>
            <a:off x="1042075" y="3735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8" name="Google Shape;1248;p78"/>
          <p:cNvSpPr txBox="1"/>
          <p:nvPr>
            <p:ph idx="7"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49" name="Google Shape;1249;p78"/>
          <p:cNvSpPr txBox="1"/>
          <p:nvPr>
            <p:ph idx="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50" name="Google Shape;1250;p78"/>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BLANK_1_1_1_1_1_1_1_1_1_1_1_1_1_1_1">
    <p:bg>
      <p:bgPr>
        <a:solidFill>
          <a:schemeClr val="lt2"/>
        </a:solidFill>
      </p:bgPr>
    </p:bg>
    <p:spTree>
      <p:nvGrpSpPr>
        <p:cNvPr id="1251" name="Shape 1251"/>
        <p:cNvGrpSpPr/>
        <p:nvPr/>
      </p:nvGrpSpPr>
      <p:grpSpPr>
        <a:xfrm>
          <a:off x="0" y="0"/>
          <a:ext cx="0" cy="0"/>
          <a:chOff x="0" y="0"/>
          <a:chExt cx="0" cy="0"/>
        </a:xfrm>
      </p:grpSpPr>
      <p:grpSp>
        <p:nvGrpSpPr>
          <p:cNvPr id="1252" name="Google Shape;1252;p79"/>
          <p:cNvGrpSpPr/>
          <p:nvPr/>
        </p:nvGrpSpPr>
        <p:grpSpPr>
          <a:xfrm rot="5400000">
            <a:off x="593777" y="1244198"/>
            <a:ext cx="369896" cy="333900"/>
            <a:chOff x="96076" y="654376"/>
            <a:chExt cx="369896" cy="333900"/>
          </a:xfrm>
        </p:grpSpPr>
        <p:cxnSp>
          <p:nvCxnSpPr>
            <p:cNvPr id="1253" name="Google Shape;1253;p7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54" name="Google Shape;1254;p7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5" name="Google Shape;1255;p7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56" name="Google Shape;1256;p79"/>
          <p:cNvGrpSpPr/>
          <p:nvPr/>
        </p:nvGrpSpPr>
        <p:grpSpPr>
          <a:xfrm rot="5400000">
            <a:off x="593790" y="2286698"/>
            <a:ext cx="369896" cy="333900"/>
            <a:chOff x="96076" y="654376"/>
            <a:chExt cx="369896" cy="333900"/>
          </a:xfrm>
        </p:grpSpPr>
        <p:cxnSp>
          <p:nvCxnSpPr>
            <p:cNvPr id="1257" name="Google Shape;1257;p7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58" name="Google Shape;1258;p7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9" name="Google Shape;1259;p7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60" name="Google Shape;1260;p79"/>
          <p:cNvGrpSpPr/>
          <p:nvPr/>
        </p:nvGrpSpPr>
        <p:grpSpPr>
          <a:xfrm rot="5400000">
            <a:off x="593777" y="4371698"/>
            <a:ext cx="369896" cy="333900"/>
            <a:chOff x="96076" y="654376"/>
            <a:chExt cx="369896" cy="333900"/>
          </a:xfrm>
        </p:grpSpPr>
        <p:cxnSp>
          <p:nvCxnSpPr>
            <p:cNvPr id="1261" name="Google Shape;1261;p7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62" name="Google Shape;1262;p7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63" name="Google Shape;1263;p7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64" name="Google Shape;1264;p79"/>
          <p:cNvSpPr txBox="1"/>
          <p:nvPr>
            <p:ph idx="1" type="body"/>
          </p:nvPr>
        </p:nvSpPr>
        <p:spPr>
          <a:xfrm>
            <a:off x="3166350" y="1128995"/>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5" name="Google Shape;1265;p79"/>
          <p:cNvSpPr txBox="1"/>
          <p:nvPr>
            <p:ph idx="2" type="body"/>
          </p:nvPr>
        </p:nvSpPr>
        <p:spPr>
          <a:xfrm>
            <a:off x="3166350" y="2191967"/>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6" name="Google Shape;1266;p79"/>
          <p:cNvSpPr txBox="1"/>
          <p:nvPr>
            <p:ph idx="3" type="body"/>
          </p:nvPr>
        </p:nvSpPr>
        <p:spPr>
          <a:xfrm>
            <a:off x="3166350" y="3260843"/>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267" name="Google Shape;1267;p79"/>
          <p:cNvSpPr txBox="1"/>
          <p:nvPr>
            <p:ph idx="4" type="body"/>
          </p:nvPr>
        </p:nvSpPr>
        <p:spPr>
          <a:xfrm>
            <a:off x="3165075" y="4322928"/>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8" name="Google Shape;1268;p79"/>
          <p:cNvSpPr txBox="1"/>
          <p:nvPr/>
        </p:nvSpPr>
        <p:spPr>
          <a:xfrm>
            <a:off x="1042100" y="4076382"/>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grpSp>
        <p:nvGrpSpPr>
          <p:cNvPr id="1269" name="Google Shape;1269;p79"/>
          <p:cNvGrpSpPr/>
          <p:nvPr/>
        </p:nvGrpSpPr>
        <p:grpSpPr>
          <a:xfrm rot="5400000">
            <a:off x="593765" y="3328603"/>
            <a:ext cx="369896" cy="333900"/>
            <a:chOff x="96076" y="654376"/>
            <a:chExt cx="369896" cy="333900"/>
          </a:xfrm>
        </p:grpSpPr>
        <p:cxnSp>
          <p:nvCxnSpPr>
            <p:cNvPr id="1270" name="Google Shape;1270;p7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71" name="Google Shape;1271;p7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72" name="Google Shape;1272;p7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73" name="Google Shape;1273;p79"/>
          <p:cNvSpPr txBox="1"/>
          <p:nvPr/>
        </p:nvSpPr>
        <p:spPr>
          <a:xfrm>
            <a:off x="1042100" y="3014307"/>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74" name="Google Shape;1274;p79"/>
          <p:cNvSpPr txBox="1"/>
          <p:nvPr/>
        </p:nvSpPr>
        <p:spPr>
          <a:xfrm>
            <a:off x="1042100" y="1944523"/>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75" name="Google Shape;1275;p79"/>
          <p:cNvSpPr txBox="1"/>
          <p:nvPr/>
        </p:nvSpPr>
        <p:spPr>
          <a:xfrm>
            <a:off x="1042100" y="882449"/>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cxnSp>
        <p:nvCxnSpPr>
          <p:cNvPr id="1276" name="Google Shape;1276;p79"/>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77" name="Google Shape;1277;p7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78" name="Google Shape;1278;p79"/>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79" name="Google Shape;1279;p79"/>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80" name="Google Shape;1280;p79"/>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281" name="Google Shape;1281;p79"/>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82" name="Google Shape;1282;p79"/>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83" name="Google Shape;1283;p79"/>
          <p:cNvSpPr txBox="1"/>
          <p:nvPr>
            <p:ph idx="5" type="subTitle"/>
          </p:nvPr>
        </p:nvSpPr>
        <p:spPr>
          <a:xfrm>
            <a:off x="1042088" y="882450"/>
            <a:ext cx="1985100" cy="1067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84" name="Google Shape;1284;p79"/>
          <p:cNvSpPr txBox="1"/>
          <p:nvPr>
            <p:ph idx="6" type="subTitle"/>
          </p:nvPr>
        </p:nvSpPr>
        <p:spPr>
          <a:xfrm>
            <a:off x="1042088" y="1949550"/>
            <a:ext cx="1985100" cy="10632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85" name="Google Shape;1285;p79"/>
          <p:cNvSpPr txBox="1"/>
          <p:nvPr>
            <p:ph idx="7" type="subTitle"/>
          </p:nvPr>
        </p:nvSpPr>
        <p:spPr>
          <a:xfrm>
            <a:off x="1042088" y="3008275"/>
            <a:ext cx="1985100" cy="1073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86" name="Google Shape;1286;p79"/>
          <p:cNvSpPr txBox="1"/>
          <p:nvPr>
            <p:ph idx="8" type="subTitle"/>
          </p:nvPr>
        </p:nvSpPr>
        <p:spPr>
          <a:xfrm>
            <a:off x="1042088" y="4082950"/>
            <a:ext cx="1985100" cy="10605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2"/>
        </a:solidFill>
      </p:bgPr>
    </p:bg>
    <p:spTree>
      <p:nvGrpSpPr>
        <p:cNvPr id="1287" name="Shape 1287"/>
        <p:cNvGrpSpPr/>
        <p:nvPr/>
      </p:nvGrpSpPr>
      <p:grpSpPr>
        <a:xfrm>
          <a:off x="0" y="0"/>
          <a:ext cx="0" cy="0"/>
          <a:chOff x="0" y="0"/>
          <a:chExt cx="0" cy="0"/>
        </a:xfrm>
      </p:grpSpPr>
      <p:grpSp>
        <p:nvGrpSpPr>
          <p:cNvPr id="1288" name="Google Shape;1288;p80"/>
          <p:cNvGrpSpPr/>
          <p:nvPr/>
        </p:nvGrpSpPr>
        <p:grpSpPr>
          <a:xfrm rot="5400000">
            <a:off x="593777" y="1244198"/>
            <a:ext cx="369896" cy="333900"/>
            <a:chOff x="96076" y="654376"/>
            <a:chExt cx="369896" cy="333900"/>
          </a:xfrm>
        </p:grpSpPr>
        <p:cxnSp>
          <p:nvCxnSpPr>
            <p:cNvPr id="1289" name="Google Shape;1289;p8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90" name="Google Shape;1290;p8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91" name="Google Shape;1291;p8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92" name="Google Shape;1292;p80"/>
          <p:cNvGrpSpPr/>
          <p:nvPr/>
        </p:nvGrpSpPr>
        <p:grpSpPr>
          <a:xfrm rot="5400000">
            <a:off x="593790" y="2286698"/>
            <a:ext cx="369896" cy="333900"/>
            <a:chOff x="96076" y="654376"/>
            <a:chExt cx="369896" cy="333900"/>
          </a:xfrm>
        </p:grpSpPr>
        <p:cxnSp>
          <p:nvCxnSpPr>
            <p:cNvPr id="1293" name="Google Shape;1293;p8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94" name="Google Shape;1294;p8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95" name="Google Shape;1295;p8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96" name="Google Shape;1296;p80"/>
          <p:cNvGrpSpPr/>
          <p:nvPr/>
        </p:nvGrpSpPr>
        <p:grpSpPr>
          <a:xfrm rot="5400000">
            <a:off x="593777" y="4371698"/>
            <a:ext cx="369896" cy="333900"/>
            <a:chOff x="96076" y="654376"/>
            <a:chExt cx="369896" cy="333900"/>
          </a:xfrm>
        </p:grpSpPr>
        <p:cxnSp>
          <p:nvCxnSpPr>
            <p:cNvPr id="1297" name="Google Shape;1297;p8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98" name="Google Shape;1298;p8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99" name="Google Shape;1299;p8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300" name="Google Shape;1300;p80"/>
          <p:cNvGrpSpPr/>
          <p:nvPr/>
        </p:nvGrpSpPr>
        <p:grpSpPr>
          <a:xfrm rot="5400000">
            <a:off x="593765" y="3328603"/>
            <a:ext cx="369896" cy="333900"/>
            <a:chOff x="96076" y="654376"/>
            <a:chExt cx="369896" cy="333900"/>
          </a:xfrm>
        </p:grpSpPr>
        <p:cxnSp>
          <p:nvCxnSpPr>
            <p:cNvPr id="1301" name="Google Shape;1301;p8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302" name="Google Shape;1302;p8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303" name="Google Shape;1303;p8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304" name="Google Shape;1304;p80"/>
          <p:cNvSpPr txBox="1"/>
          <p:nvPr>
            <p:ph idx="1" type="body"/>
          </p:nvPr>
        </p:nvSpPr>
        <p:spPr>
          <a:xfrm>
            <a:off x="3166350" y="1128995"/>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05" name="Google Shape;1305;p80"/>
          <p:cNvSpPr txBox="1"/>
          <p:nvPr>
            <p:ph idx="2" type="body"/>
          </p:nvPr>
        </p:nvSpPr>
        <p:spPr>
          <a:xfrm>
            <a:off x="3166350" y="2191967"/>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06" name="Google Shape;1306;p80"/>
          <p:cNvSpPr txBox="1"/>
          <p:nvPr>
            <p:ph idx="3" type="body"/>
          </p:nvPr>
        </p:nvSpPr>
        <p:spPr>
          <a:xfrm>
            <a:off x="3166350" y="3260843"/>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07" name="Google Shape;1307;p80"/>
          <p:cNvSpPr txBox="1"/>
          <p:nvPr>
            <p:ph idx="4" type="body"/>
          </p:nvPr>
        </p:nvSpPr>
        <p:spPr>
          <a:xfrm>
            <a:off x="3165075" y="4322928"/>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08" name="Google Shape;1308;p80"/>
          <p:cNvSpPr txBox="1"/>
          <p:nvPr/>
        </p:nvSpPr>
        <p:spPr>
          <a:xfrm>
            <a:off x="1042100" y="4076382"/>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309" name="Google Shape;1309;p80"/>
          <p:cNvSpPr txBox="1"/>
          <p:nvPr/>
        </p:nvSpPr>
        <p:spPr>
          <a:xfrm>
            <a:off x="1042100" y="3014307"/>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310" name="Google Shape;1310;p80"/>
          <p:cNvSpPr txBox="1"/>
          <p:nvPr/>
        </p:nvSpPr>
        <p:spPr>
          <a:xfrm>
            <a:off x="1042100" y="1944523"/>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311" name="Google Shape;1311;p80"/>
          <p:cNvSpPr txBox="1"/>
          <p:nvPr/>
        </p:nvSpPr>
        <p:spPr>
          <a:xfrm>
            <a:off x="1042100" y="882449"/>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cxnSp>
        <p:nvCxnSpPr>
          <p:cNvPr id="1312" name="Google Shape;1312;p80"/>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313" name="Google Shape;1313;p8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14" name="Google Shape;1314;p80"/>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15" name="Google Shape;1315;p80"/>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16" name="Google Shape;1316;p80"/>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317" name="Google Shape;1317;p80"/>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318" name="Google Shape;1318;p80"/>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319" name="Google Shape;1319;p80"/>
          <p:cNvSpPr txBox="1"/>
          <p:nvPr>
            <p:ph idx="5" type="subTitle"/>
          </p:nvPr>
        </p:nvSpPr>
        <p:spPr>
          <a:xfrm>
            <a:off x="1042100" y="882450"/>
            <a:ext cx="1985100" cy="1067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320" name="Google Shape;1320;p80"/>
          <p:cNvSpPr txBox="1"/>
          <p:nvPr>
            <p:ph idx="6" type="subTitle"/>
          </p:nvPr>
        </p:nvSpPr>
        <p:spPr>
          <a:xfrm>
            <a:off x="1042100" y="1949550"/>
            <a:ext cx="1985100" cy="10632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321" name="Google Shape;1321;p80"/>
          <p:cNvSpPr txBox="1"/>
          <p:nvPr>
            <p:ph idx="7" type="subTitle"/>
          </p:nvPr>
        </p:nvSpPr>
        <p:spPr>
          <a:xfrm>
            <a:off x="1042100" y="3008275"/>
            <a:ext cx="1985100" cy="1073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322" name="Google Shape;1322;p80"/>
          <p:cNvSpPr txBox="1"/>
          <p:nvPr>
            <p:ph idx="8" type="subTitle"/>
          </p:nvPr>
        </p:nvSpPr>
        <p:spPr>
          <a:xfrm>
            <a:off x="1042100" y="4082950"/>
            <a:ext cx="1985100" cy="10605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323" name="Google Shape;1323;p80"/>
          <p:cNvSpPr txBox="1"/>
          <p:nvPr>
            <p:ph idx="9"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24" name="Google Shape;1324;p80"/>
          <p:cNvSpPr txBox="1"/>
          <p:nvPr>
            <p:ph idx="1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25" name="Google Shape;1325;p80"/>
          <p:cNvSpPr txBox="1"/>
          <p:nvPr>
            <p:ph idx="1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BLANK_1_1_1_1_1_1_1_1_1_1_1_1_1_1_1_1">
    <p:bg>
      <p:bgPr>
        <a:solidFill>
          <a:schemeClr val="lt2"/>
        </a:solidFill>
      </p:bgPr>
    </p:bg>
    <p:spTree>
      <p:nvGrpSpPr>
        <p:cNvPr id="1326" name="Shape 1326"/>
        <p:cNvGrpSpPr/>
        <p:nvPr/>
      </p:nvGrpSpPr>
      <p:grpSpPr>
        <a:xfrm>
          <a:off x="0" y="0"/>
          <a:ext cx="0" cy="0"/>
          <a:chOff x="0" y="0"/>
          <a:chExt cx="0" cy="0"/>
        </a:xfrm>
      </p:grpSpPr>
      <p:sp>
        <p:nvSpPr>
          <p:cNvPr id="1327" name="Google Shape;1327;p81"/>
          <p:cNvSpPr/>
          <p:nvPr>
            <p:ph idx="2" type="pic"/>
          </p:nvPr>
        </p:nvSpPr>
        <p:spPr>
          <a:xfrm>
            <a:off x="1408925" y="1186475"/>
            <a:ext cx="6585900" cy="3497400"/>
          </a:xfrm>
          <a:prstGeom prst="roundRect">
            <a:avLst>
              <a:gd fmla="val 6865" name="adj"/>
            </a:avLst>
          </a:prstGeom>
          <a:noFill/>
          <a:ln>
            <a:noFill/>
          </a:ln>
        </p:spPr>
      </p:sp>
      <p:sp>
        <p:nvSpPr>
          <p:cNvPr id="1328" name="Google Shape;1328;p81"/>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29" name="Google Shape;1329;p8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30" name="Google Shape;1330;p8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31" name="Google Shape;1331;p8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32" name="Google Shape;1332;p8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33" name="Google Shape;1333;p81"/>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_2">
    <p:bg>
      <p:bgPr>
        <a:solidFill>
          <a:schemeClr val="lt2"/>
        </a:solidFill>
      </p:bgPr>
    </p:bg>
    <p:spTree>
      <p:nvGrpSpPr>
        <p:cNvPr id="1334" name="Shape 1334"/>
        <p:cNvGrpSpPr/>
        <p:nvPr/>
      </p:nvGrpSpPr>
      <p:grpSpPr>
        <a:xfrm>
          <a:off x="0" y="0"/>
          <a:ext cx="0" cy="0"/>
          <a:chOff x="0" y="0"/>
          <a:chExt cx="0" cy="0"/>
        </a:xfrm>
      </p:grpSpPr>
      <p:sp>
        <p:nvSpPr>
          <p:cNvPr id="1335" name="Google Shape;1335;p82"/>
          <p:cNvSpPr/>
          <p:nvPr>
            <p:ph idx="2" type="pic"/>
          </p:nvPr>
        </p:nvSpPr>
        <p:spPr>
          <a:xfrm>
            <a:off x="1408925" y="1186475"/>
            <a:ext cx="6585900" cy="3497400"/>
          </a:xfrm>
          <a:prstGeom prst="roundRect">
            <a:avLst>
              <a:gd fmla="val 6865" name="adj"/>
            </a:avLst>
          </a:prstGeom>
          <a:noFill/>
          <a:ln>
            <a:noFill/>
          </a:ln>
        </p:spPr>
      </p:sp>
      <p:sp>
        <p:nvSpPr>
          <p:cNvPr id="1336" name="Google Shape;1336;p82"/>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37" name="Google Shape;1337;p8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38" name="Google Shape;1338;p8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39" name="Google Shape;1339;p8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40" name="Google Shape;1340;p8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41" name="Google Shape;1341;p82"/>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42" name="Google Shape;1342;p8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3" name="Google Shape;1343;p82"/>
          <p:cNvSpPr txBox="1"/>
          <p:nvPr>
            <p:ph idx="3"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44" name="Google Shape;1344;p8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BLANK_1_1_1_1_1_1_1_1_1_1_1_1_1_1_1_1_1">
    <p:bg>
      <p:bgPr>
        <a:solidFill>
          <a:schemeClr val="lt2"/>
        </a:solidFill>
      </p:bgPr>
    </p:bg>
    <p:spTree>
      <p:nvGrpSpPr>
        <p:cNvPr id="1345" name="Shape 1345"/>
        <p:cNvGrpSpPr/>
        <p:nvPr/>
      </p:nvGrpSpPr>
      <p:grpSpPr>
        <a:xfrm>
          <a:off x="0" y="0"/>
          <a:ext cx="0" cy="0"/>
          <a:chOff x="0" y="0"/>
          <a:chExt cx="0" cy="0"/>
        </a:xfrm>
      </p:grpSpPr>
      <p:sp>
        <p:nvSpPr>
          <p:cNvPr id="1346" name="Google Shape;1346;p83"/>
          <p:cNvSpPr/>
          <p:nvPr>
            <p:ph idx="2" type="pic"/>
          </p:nvPr>
        </p:nvSpPr>
        <p:spPr>
          <a:xfrm>
            <a:off x="779675" y="1186481"/>
            <a:ext cx="3819900" cy="2148900"/>
          </a:xfrm>
          <a:prstGeom prst="roundRect">
            <a:avLst>
              <a:gd fmla="val 6865" name="adj"/>
            </a:avLst>
          </a:prstGeom>
          <a:noFill/>
          <a:ln>
            <a:noFill/>
          </a:ln>
        </p:spPr>
      </p:sp>
      <p:sp>
        <p:nvSpPr>
          <p:cNvPr id="1347" name="Google Shape;1347;p83"/>
          <p:cNvSpPr/>
          <p:nvPr>
            <p:ph idx="3" type="pic"/>
          </p:nvPr>
        </p:nvSpPr>
        <p:spPr>
          <a:xfrm>
            <a:off x="4798950" y="1186481"/>
            <a:ext cx="3819900" cy="2148900"/>
          </a:xfrm>
          <a:prstGeom prst="roundRect">
            <a:avLst>
              <a:gd fmla="val 6865" name="adj"/>
            </a:avLst>
          </a:prstGeom>
          <a:noFill/>
          <a:ln>
            <a:noFill/>
          </a:ln>
        </p:spPr>
      </p:sp>
      <p:sp>
        <p:nvSpPr>
          <p:cNvPr id="1348" name="Google Shape;1348;p83"/>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49" name="Google Shape;1349;p8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50" name="Google Shape;1350;p8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51" name="Google Shape;1351;p8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52" name="Google Shape;1352;p8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53" name="Google Shape;1353;p83"/>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54" name="Google Shape;1354;p83"/>
          <p:cNvSpPr txBox="1"/>
          <p:nvPr>
            <p:ph idx="1" type="body"/>
          </p:nvPr>
        </p:nvSpPr>
        <p:spPr>
          <a:xfrm>
            <a:off x="774225"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55" name="Google Shape;1355;p83"/>
          <p:cNvSpPr txBox="1"/>
          <p:nvPr>
            <p:ph idx="4" type="body"/>
          </p:nvPr>
        </p:nvSpPr>
        <p:spPr>
          <a:xfrm>
            <a:off x="4796213"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56" name="Google Shape;1356;p83"/>
          <p:cNvSpPr txBox="1"/>
          <p:nvPr>
            <p:ph idx="5" type="subTitle"/>
          </p:nvPr>
        </p:nvSpPr>
        <p:spPr>
          <a:xfrm>
            <a:off x="77965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
        <p:nvSpPr>
          <p:cNvPr id="1357" name="Google Shape;1357;p83"/>
          <p:cNvSpPr txBox="1"/>
          <p:nvPr>
            <p:ph idx="6" type="subTitle"/>
          </p:nvPr>
        </p:nvSpPr>
        <p:spPr>
          <a:xfrm>
            <a:off x="480170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1">
  <p:cSld name="BLANK_1_1_1_1_1_1_1_1_1_1_1_1_1_1_1_1_1_2">
    <p:bg>
      <p:bgPr>
        <a:solidFill>
          <a:schemeClr val="lt2"/>
        </a:solidFill>
      </p:bgPr>
    </p:bg>
    <p:spTree>
      <p:nvGrpSpPr>
        <p:cNvPr id="1358" name="Shape 1358"/>
        <p:cNvGrpSpPr/>
        <p:nvPr/>
      </p:nvGrpSpPr>
      <p:grpSpPr>
        <a:xfrm>
          <a:off x="0" y="0"/>
          <a:ext cx="0" cy="0"/>
          <a:chOff x="0" y="0"/>
          <a:chExt cx="0" cy="0"/>
        </a:xfrm>
      </p:grpSpPr>
      <p:sp>
        <p:nvSpPr>
          <p:cNvPr id="1359" name="Google Shape;1359;p8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60" name="Google Shape;1360;p84"/>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61" name="Google Shape;1361;p8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62" name="Google Shape;1362;p84"/>
          <p:cNvSpPr/>
          <p:nvPr>
            <p:ph idx="4" type="pic"/>
          </p:nvPr>
        </p:nvSpPr>
        <p:spPr>
          <a:xfrm>
            <a:off x="779675" y="1186481"/>
            <a:ext cx="3819900" cy="2148900"/>
          </a:xfrm>
          <a:prstGeom prst="roundRect">
            <a:avLst>
              <a:gd fmla="val 6865" name="adj"/>
            </a:avLst>
          </a:prstGeom>
          <a:noFill/>
          <a:ln>
            <a:noFill/>
          </a:ln>
        </p:spPr>
      </p:sp>
      <p:sp>
        <p:nvSpPr>
          <p:cNvPr id="1363" name="Google Shape;1363;p84"/>
          <p:cNvSpPr/>
          <p:nvPr>
            <p:ph idx="5" type="pic"/>
          </p:nvPr>
        </p:nvSpPr>
        <p:spPr>
          <a:xfrm>
            <a:off x="4798950" y="1186481"/>
            <a:ext cx="3819900" cy="2148900"/>
          </a:xfrm>
          <a:prstGeom prst="roundRect">
            <a:avLst>
              <a:gd fmla="val 6865" name="adj"/>
            </a:avLst>
          </a:prstGeom>
          <a:noFill/>
          <a:ln>
            <a:noFill/>
          </a:ln>
        </p:spPr>
      </p:sp>
      <p:sp>
        <p:nvSpPr>
          <p:cNvPr id="1364" name="Google Shape;1364;p84"/>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65" name="Google Shape;1365;p8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66" name="Google Shape;1366;p8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67" name="Google Shape;1367;p8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68" name="Google Shape;1368;p8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69" name="Google Shape;1369;p84"/>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70" name="Google Shape;1370;p84"/>
          <p:cNvSpPr txBox="1"/>
          <p:nvPr>
            <p:ph idx="6" type="body"/>
          </p:nvPr>
        </p:nvSpPr>
        <p:spPr>
          <a:xfrm>
            <a:off x="774225"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71" name="Google Shape;1371;p84"/>
          <p:cNvSpPr txBox="1"/>
          <p:nvPr>
            <p:ph idx="7" type="body"/>
          </p:nvPr>
        </p:nvSpPr>
        <p:spPr>
          <a:xfrm>
            <a:off x="4796213"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72" name="Google Shape;1372;p84"/>
          <p:cNvSpPr txBox="1"/>
          <p:nvPr>
            <p:ph idx="8" type="subTitle"/>
          </p:nvPr>
        </p:nvSpPr>
        <p:spPr>
          <a:xfrm>
            <a:off x="77965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
        <p:nvSpPr>
          <p:cNvPr id="1373" name="Google Shape;1373;p84"/>
          <p:cNvSpPr txBox="1"/>
          <p:nvPr>
            <p:ph idx="9" type="subTitle"/>
          </p:nvPr>
        </p:nvSpPr>
        <p:spPr>
          <a:xfrm>
            <a:off x="480170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_1">
    <p:bg>
      <p:bgPr>
        <a:solidFill>
          <a:schemeClr val="lt2"/>
        </a:solidFill>
      </p:bgPr>
    </p:bg>
    <p:spTree>
      <p:nvGrpSpPr>
        <p:cNvPr id="1374" name="Shape 1374"/>
        <p:cNvGrpSpPr/>
        <p:nvPr/>
      </p:nvGrpSpPr>
      <p:grpSpPr>
        <a:xfrm>
          <a:off x="0" y="0"/>
          <a:ext cx="0" cy="0"/>
          <a:chOff x="0" y="0"/>
          <a:chExt cx="0" cy="0"/>
        </a:xfrm>
      </p:grpSpPr>
      <p:sp>
        <p:nvSpPr>
          <p:cNvPr id="1375" name="Google Shape;1375;p85"/>
          <p:cNvSpPr/>
          <p:nvPr>
            <p:ph idx="2" type="pic"/>
          </p:nvPr>
        </p:nvSpPr>
        <p:spPr>
          <a:xfrm>
            <a:off x="779638" y="1448025"/>
            <a:ext cx="2424300" cy="1560300"/>
          </a:xfrm>
          <a:prstGeom prst="roundRect">
            <a:avLst>
              <a:gd fmla="val 6865" name="adj"/>
            </a:avLst>
          </a:prstGeom>
          <a:noFill/>
          <a:ln>
            <a:noFill/>
          </a:ln>
        </p:spPr>
      </p:sp>
      <p:sp>
        <p:nvSpPr>
          <p:cNvPr id="1376" name="Google Shape;1376;p85"/>
          <p:cNvSpPr/>
          <p:nvPr>
            <p:ph idx="3" type="pic"/>
          </p:nvPr>
        </p:nvSpPr>
        <p:spPr>
          <a:xfrm>
            <a:off x="3487091" y="1448025"/>
            <a:ext cx="2424300" cy="1560300"/>
          </a:xfrm>
          <a:prstGeom prst="roundRect">
            <a:avLst>
              <a:gd fmla="val 6865" name="adj"/>
            </a:avLst>
          </a:prstGeom>
          <a:noFill/>
          <a:ln>
            <a:noFill/>
          </a:ln>
        </p:spPr>
      </p:sp>
      <p:sp>
        <p:nvSpPr>
          <p:cNvPr id="1377" name="Google Shape;1377;p85"/>
          <p:cNvSpPr/>
          <p:nvPr>
            <p:ph idx="4" type="pic"/>
          </p:nvPr>
        </p:nvSpPr>
        <p:spPr>
          <a:xfrm>
            <a:off x="6194533" y="1448025"/>
            <a:ext cx="2424300" cy="1560300"/>
          </a:xfrm>
          <a:prstGeom prst="roundRect">
            <a:avLst>
              <a:gd fmla="val 6865" name="adj"/>
            </a:avLst>
          </a:prstGeom>
          <a:noFill/>
          <a:ln>
            <a:noFill/>
          </a:ln>
        </p:spPr>
      </p:sp>
      <p:sp>
        <p:nvSpPr>
          <p:cNvPr id="1378" name="Google Shape;1378;p85"/>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79" name="Google Shape;1379;p8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80" name="Google Shape;1380;p8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81" name="Google Shape;1381;p8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82" name="Google Shape;1382;p8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83" name="Google Shape;1383;p85"/>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84" name="Google Shape;1384;p85"/>
          <p:cNvSpPr txBox="1"/>
          <p:nvPr>
            <p:ph idx="1" type="body"/>
          </p:nvPr>
        </p:nvSpPr>
        <p:spPr>
          <a:xfrm>
            <a:off x="7796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85" name="Google Shape;1385;p85"/>
          <p:cNvSpPr txBox="1"/>
          <p:nvPr>
            <p:ph idx="5" type="body"/>
          </p:nvPr>
        </p:nvSpPr>
        <p:spPr>
          <a:xfrm>
            <a:off x="348710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86" name="Google Shape;1386;p85"/>
          <p:cNvSpPr txBox="1"/>
          <p:nvPr>
            <p:ph idx="6" type="body"/>
          </p:nvPr>
        </p:nvSpPr>
        <p:spPr>
          <a:xfrm>
            <a:off x="61945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87" name="Google Shape;1387;p85"/>
          <p:cNvSpPr txBox="1"/>
          <p:nvPr>
            <p:ph idx="7" type="subTitle"/>
          </p:nvPr>
        </p:nvSpPr>
        <p:spPr>
          <a:xfrm>
            <a:off x="7796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88" name="Google Shape;1388;p85"/>
          <p:cNvSpPr txBox="1"/>
          <p:nvPr>
            <p:ph idx="8" type="subTitle"/>
          </p:nvPr>
        </p:nvSpPr>
        <p:spPr>
          <a:xfrm>
            <a:off x="348710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89" name="Google Shape;1389;p85"/>
          <p:cNvSpPr txBox="1"/>
          <p:nvPr>
            <p:ph idx="9" type="subTitle"/>
          </p:nvPr>
        </p:nvSpPr>
        <p:spPr>
          <a:xfrm>
            <a:off x="61945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1">
  <p:cSld name="BLANK_1_1_1_1_1_1_1_1_1_1_1_1_1_1_1_1_1_1_2">
    <p:bg>
      <p:bgPr>
        <a:solidFill>
          <a:schemeClr val="lt2"/>
        </a:solidFill>
      </p:bgPr>
    </p:bg>
    <p:spTree>
      <p:nvGrpSpPr>
        <p:cNvPr id="1390" name="Shape 1390"/>
        <p:cNvGrpSpPr/>
        <p:nvPr/>
      </p:nvGrpSpPr>
      <p:grpSpPr>
        <a:xfrm>
          <a:off x="0" y="0"/>
          <a:ext cx="0" cy="0"/>
          <a:chOff x="0" y="0"/>
          <a:chExt cx="0" cy="0"/>
        </a:xfrm>
      </p:grpSpPr>
      <p:sp>
        <p:nvSpPr>
          <p:cNvPr id="1391" name="Google Shape;1391;p86"/>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92" name="Google Shape;1392;p86"/>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93" name="Google Shape;1393;p86"/>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94" name="Google Shape;1394;p86"/>
          <p:cNvSpPr/>
          <p:nvPr>
            <p:ph idx="4" type="pic"/>
          </p:nvPr>
        </p:nvSpPr>
        <p:spPr>
          <a:xfrm>
            <a:off x="779638" y="1448025"/>
            <a:ext cx="2424300" cy="1560300"/>
          </a:xfrm>
          <a:prstGeom prst="roundRect">
            <a:avLst>
              <a:gd fmla="val 6865" name="adj"/>
            </a:avLst>
          </a:prstGeom>
          <a:noFill/>
          <a:ln>
            <a:noFill/>
          </a:ln>
        </p:spPr>
      </p:sp>
      <p:sp>
        <p:nvSpPr>
          <p:cNvPr id="1395" name="Google Shape;1395;p86"/>
          <p:cNvSpPr/>
          <p:nvPr>
            <p:ph idx="5" type="pic"/>
          </p:nvPr>
        </p:nvSpPr>
        <p:spPr>
          <a:xfrm>
            <a:off x="3487091" y="1448025"/>
            <a:ext cx="2424300" cy="1560300"/>
          </a:xfrm>
          <a:prstGeom prst="roundRect">
            <a:avLst>
              <a:gd fmla="val 6865" name="adj"/>
            </a:avLst>
          </a:prstGeom>
          <a:noFill/>
          <a:ln>
            <a:noFill/>
          </a:ln>
        </p:spPr>
      </p:sp>
      <p:sp>
        <p:nvSpPr>
          <p:cNvPr id="1396" name="Google Shape;1396;p86"/>
          <p:cNvSpPr/>
          <p:nvPr>
            <p:ph idx="6" type="pic"/>
          </p:nvPr>
        </p:nvSpPr>
        <p:spPr>
          <a:xfrm>
            <a:off x="6194533" y="1448025"/>
            <a:ext cx="2424300" cy="1560300"/>
          </a:xfrm>
          <a:prstGeom prst="roundRect">
            <a:avLst>
              <a:gd fmla="val 6865" name="adj"/>
            </a:avLst>
          </a:prstGeom>
          <a:noFill/>
          <a:ln>
            <a:noFill/>
          </a:ln>
        </p:spPr>
      </p:sp>
      <p:sp>
        <p:nvSpPr>
          <p:cNvPr id="1397" name="Google Shape;1397;p86"/>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98" name="Google Shape;1398;p8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99" name="Google Shape;1399;p86"/>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00" name="Google Shape;1400;p8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01" name="Google Shape;1401;p8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02" name="Google Shape;1402;p86"/>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403" name="Google Shape;1403;p86"/>
          <p:cNvSpPr txBox="1"/>
          <p:nvPr>
            <p:ph idx="7" type="body"/>
          </p:nvPr>
        </p:nvSpPr>
        <p:spPr>
          <a:xfrm>
            <a:off x="7796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404" name="Google Shape;1404;p86"/>
          <p:cNvSpPr txBox="1"/>
          <p:nvPr>
            <p:ph idx="8" type="body"/>
          </p:nvPr>
        </p:nvSpPr>
        <p:spPr>
          <a:xfrm>
            <a:off x="348710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405" name="Google Shape;1405;p86"/>
          <p:cNvSpPr txBox="1"/>
          <p:nvPr>
            <p:ph idx="9" type="body"/>
          </p:nvPr>
        </p:nvSpPr>
        <p:spPr>
          <a:xfrm>
            <a:off x="61945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406" name="Google Shape;1406;p86"/>
          <p:cNvSpPr txBox="1"/>
          <p:nvPr>
            <p:ph idx="13" type="subTitle"/>
          </p:nvPr>
        </p:nvSpPr>
        <p:spPr>
          <a:xfrm>
            <a:off x="7796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407" name="Google Shape;1407;p86"/>
          <p:cNvSpPr txBox="1"/>
          <p:nvPr>
            <p:ph idx="14" type="subTitle"/>
          </p:nvPr>
        </p:nvSpPr>
        <p:spPr>
          <a:xfrm>
            <a:off x="348710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408" name="Google Shape;1408;p86"/>
          <p:cNvSpPr txBox="1"/>
          <p:nvPr>
            <p:ph idx="15" type="subTitle"/>
          </p:nvPr>
        </p:nvSpPr>
        <p:spPr>
          <a:xfrm>
            <a:off x="61945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_1_1_1_1_1_1_1_1_1_1_1_1_1_1_1_1_1_1">
    <p:bg>
      <p:bgPr>
        <a:solidFill>
          <a:schemeClr val="lt2"/>
        </a:solidFill>
      </p:bgPr>
    </p:bg>
    <p:spTree>
      <p:nvGrpSpPr>
        <p:cNvPr id="1409" name="Shape 1409"/>
        <p:cNvGrpSpPr/>
        <p:nvPr/>
      </p:nvGrpSpPr>
      <p:grpSpPr>
        <a:xfrm>
          <a:off x="0" y="0"/>
          <a:ext cx="0" cy="0"/>
          <a:chOff x="0" y="0"/>
          <a:chExt cx="0" cy="0"/>
        </a:xfrm>
      </p:grpSpPr>
      <p:sp>
        <p:nvSpPr>
          <p:cNvPr id="1410" name="Google Shape;1410;p87"/>
          <p:cNvSpPr/>
          <p:nvPr>
            <p:ph idx="2" type="pic"/>
          </p:nvPr>
        </p:nvSpPr>
        <p:spPr>
          <a:xfrm>
            <a:off x="1540250" y="1039100"/>
            <a:ext cx="6585900" cy="3400500"/>
          </a:xfrm>
          <a:prstGeom prst="roundRect">
            <a:avLst>
              <a:gd fmla="val 6865" name="adj"/>
            </a:avLst>
          </a:prstGeom>
          <a:noFill/>
          <a:ln>
            <a:noFill/>
          </a:ln>
        </p:spPr>
      </p:sp>
      <p:cxnSp>
        <p:nvCxnSpPr>
          <p:cNvPr id="1411" name="Google Shape;1411;p8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12" name="Google Shape;1412;p8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13" name="Google Shape;1413;p8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14" name="Google Shape;1414;p8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 ALT 1">
  <p:cSld name="BLANK_1_1_1_1_1_1_1_1_1_1_1_1_1_1_1_1_1_1_1_2">
    <p:bg>
      <p:bgPr>
        <a:solidFill>
          <a:schemeClr val="lt2"/>
        </a:solidFill>
      </p:bgPr>
    </p:bg>
    <p:spTree>
      <p:nvGrpSpPr>
        <p:cNvPr id="1415" name="Shape 1415"/>
        <p:cNvGrpSpPr/>
        <p:nvPr/>
      </p:nvGrpSpPr>
      <p:grpSpPr>
        <a:xfrm>
          <a:off x="0" y="0"/>
          <a:ext cx="0" cy="0"/>
          <a:chOff x="0" y="0"/>
          <a:chExt cx="0" cy="0"/>
        </a:xfrm>
      </p:grpSpPr>
      <p:sp>
        <p:nvSpPr>
          <p:cNvPr id="1416" name="Google Shape;1416;p88"/>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417" name="Google Shape;1417;p88"/>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418" name="Google Shape;1418;p88"/>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419" name="Google Shape;1419;p88"/>
          <p:cNvSpPr/>
          <p:nvPr>
            <p:ph idx="4" type="pic"/>
          </p:nvPr>
        </p:nvSpPr>
        <p:spPr>
          <a:xfrm>
            <a:off x="1540250" y="1039100"/>
            <a:ext cx="6585900" cy="3400500"/>
          </a:xfrm>
          <a:prstGeom prst="roundRect">
            <a:avLst>
              <a:gd fmla="val 6865" name="adj"/>
            </a:avLst>
          </a:prstGeom>
          <a:noFill/>
          <a:ln>
            <a:noFill/>
          </a:ln>
        </p:spPr>
      </p:sp>
      <p:cxnSp>
        <p:nvCxnSpPr>
          <p:cNvPr id="1420" name="Google Shape;1420;p8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21" name="Google Shape;1421;p8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22" name="Google Shape;1422;p8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23" name="Google Shape;1423;p8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BLANK_1_1_1_1_1_1_1_1_1_1_1_1_1_1_1_1_1_1_1_1">
    <p:bg>
      <p:bgPr>
        <a:solidFill>
          <a:schemeClr val="lt2"/>
        </a:solidFill>
      </p:bgPr>
    </p:bg>
    <p:spTree>
      <p:nvGrpSpPr>
        <p:cNvPr id="1424" name="Shape 1424"/>
        <p:cNvGrpSpPr/>
        <p:nvPr/>
      </p:nvGrpSpPr>
      <p:grpSpPr>
        <a:xfrm>
          <a:off x="0" y="0"/>
          <a:ext cx="0" cy="0"/>
          <a:chOff x="0" y="0"/>
          <a:chExt cx="0" cy="0"/>
        </a:xfrm>
      </p:grpSpPr>
      <p:sp>
        <p:nvSpPr>
          <p:cNvPr id="1425" name="Google Shape;1425;p89"/>
          <p:cNvSpPr/>
          <p:nvPr>
            <p:ph idx="2" type="pic"/>
          </p:nvPr>
        </p:nvSpPr>
        <p:spPr>
          <a:xfrm>
            <a:off x="1907087" y="1245243"/>
            <a:ext cx="1868700" cy="1051200"/>
          </a:xfrm>
          <a:prstGeom prst="roundRect">
            <a:avLst>
              <a:gd fmla="val 6865" name="adj"/>
            </a:avLst>
          </a:prstGeom>
          <a:noFill/>
          <a:ln>
            <a:noFill/>
          </a:ln>
        </p:spPr>
      </p:sp>
      <p:sp>
        <p:nvSpPr>
          <p:cNvPr id="1426" name="Google Shape;1426;p89"/>
          <p:cNvSpPr/>
          <p:nvPr>
            <p:ph idx="3" type="pic"/>
          </p:nvPr>
        </p:nvSpPr>
        <p:spPr>
          <a:xfrm>
            <a:off x="3898886" y="1245243"/>
            <a:ext cx="1868700" cy="1051200"/>
          </a:xfrm>
          <a:prstGeom prst="roundRect">
            <a:avLst>
              <a:gd fmla="val 6865" name="adj"/>
            </a:avLst>
          </a:prstGeom>
          <a:noFill/>
          <a:ln>
            <a:noFill/>
          </a:ln>
        </p:spPr>
      </p:sp>
      <p:sp>
        <p:nvSpPr>
          <p:cNvPr id="1427" name="Google Shape;1427;p89"/>
          <p:cNvSpPr/>
          <p:nvPr>
            <p:ph idx="4" type="pic"/>
          </p:nvPr>
        </p:nvSpPr>
        <p:spPr>
          <a:xfrm>
            <a:off x="5890685" y="1245243"/>
            <a:ext cx="1868700" cy="1051200"/>
          </a:xfrm>
          <a:prstGeom prst="roundRect">
            <a:avLst>
              <a:gd fmla="val 6865" name="adj"/>
            </a:avLst>
          </a:prstGeom>
          <a:noFill/>
          <a:ln>
            <a:noFill/>
          </a:ln>
        </p:spPr>
      </p:sp>
      <p:sp>
        <p:nvSpPr>
          <p:cNvPr id="1428" name="Google Shape;1428;p89"/>
          <p:cNvSpPr/>
          <p:nvPr>
            <p:ph idx="5" type="pic"/>
          </p:nvPr>
        </p:nvSpPr>
        <p:spPr>
          <a:xfrm>
            <a:off x="1907087" y="2409575"/>
            <a:ext cx="1868700" cy="1051200"/>
          </a:xfrm>
          <a:prstGeom prst="roundRect">
            <a:avLst>
              <a:gd fmla="val 6865" name="adj"/>
            </a:avLst>
          </a:prstGeom>
          <a:noFill/>
          <a:ln>
            <a:noFill/>
          </a:ln>
        </p:spPr>
      </p:sp>
      <p:sp>
        <p:nvSpPr>
          <p:cNvPr id="1429" name="Google Shape;1429;p89"/>
          <p:cNvSpPr/>
          <p:nvPr>
            <p:ph idx="6" type="pic"/>
          </p:nvPr>
        </p:nvSpPr>
        <p:spPr>
          <a:xfrm>
            <a:off x="3898886" y="2409575"/>
            <a:ext cx="1868700" cy="1051200"/>
          </a:xfrm>
          <a:prstGeom prst="roundRect">
            <a:avLst>
              <a:gd fmla="val 6865" name="adj"/>
            </a:avLst>
          </a:prstGeom>
          <a:noFill/>
          <a:ln>
            <a:noFill/>
          </a:ln>
        </p:spPr>
      </p:sp>
      <p:sp>
        <p:nvSpPr>
          <p:cNvPr id="1430" name="Google Shape;1430;p89"/>
          <p:cNvSpPr/>
          <p:nvPr>
            <p:ph idx="7" type="pic"/>
          </p:nvPr>
        </p:nvSpPr>
        <p:spPr>
          <a:xfrm>
            <a:off x="5890685" y="2409575"/>
            <a:ext cx="1868700" cy="1051200"/>
          </a:xfrm>
          <a:prstGeom prst="roundRect">
            <a:avLst>
              <a:gd fmla="val 6865" name="adj"/>
            </a:avLst>
          </a:prstGeom>
          <a:noFill/>
          <a:ln>
            <a:noFill/>
          </a:ln>
        </p:spPr>
      </p:sp>
      <p:sp>
        <p:nvSpPr>
          <p:cNvPr id="1431" name="Google Shape;1431;p89"/>
          <p:cNvSpPr/>
          <p:nvPr>
            <p:ph idx="8" type="pic"/>
          </p:nvPr>
        </p:nvSpPr>
        <p:spPr>
          <a:xfrm>
            <a:off x="1907087" y="3573907"/>
            <a:ext cx="1868700" cy="1051200"/>
          </a:xfrm>
          <a:prstGeom prst="roundRect">
            <a:avLst>
              <a:gd fmla="val 6865" name="adj"/>
            </a:avLst>
          </a:prstGeom>
          <a:noFill/>
          <a:ln>
            <a:noFill/>
          </a:ln>
        </p:spPr>
      </p:sp>
      <p:sp>
        <p:nvSpPr>
          <p:cNvPr id="1432" name="Google Shape;1432;p89"/>
          <p:cNvSpPr/>
          <p:nvPr>
            <p:ph idx="9" type="pic"/>
          </p:nvPr>
        </p:nvSpPr>
        <p:spPr>
          <a:xfrm>
            <a:off x="3898886" y="3573907"/>
            <a:ext cx="1868700" cy="1051200"/>
          </a:xfrm>
          <a:prstGeom prst="roundRect">
            <a:avLst>
              <a:gd fmla="val 6865" name="adj"/>
            </a:avLst>
          </a:prstGeom>
          <a:noFill/>
          <a:ln>
            <a:noFill/>
          </a:ln>
        </p:spPr>
      </p:sp>
      <p:sp>
        <p:nvSpPr>
          <p:cNvPr id="1433" name="Google Shape;1433;p89"/>
          <p:cNvSpPr/>
          <p:nvPr>
            <p:ph idx="13" type="pic"/>
          </p:nvPr>
        </p:nvSpPr>
        <p:spPr>
          <a:xfrm>
            <a:off x="5890685" y="3573907"/>
            <a:ext cx="1868700" cy="1051200"/>
          </a:xfrm>
          <a:prstGeom prst="roundRect">
            <a:avLst>
              <a:gd fmla="val 6865" name="adj"/>
            </a:avLst>
          </a:prstGeom>
          <a:noFill/>
          <a:ln>
            <a:noFill/>
          </a:ln>
        </p:spPr>
      </p:sp>
      <p:cxnSp>
        <p:nvCxnSpPr>
          <p:cNvPr id="1434" name="Google Shape;1434;p8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35" name="Google Shape;1435;p8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36" name="Google Shape;1436;p8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37" name="Google Shape;1437;p8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438" name="Google Shape;1438;p89"/>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439" name="Google Shape;1439;p89"/>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 ALT 1">
  <p:cSld name="BLANK_1_1_1_1_1_1_1_1_1_1_1_1_1_1_1_1_1_1_1_1_1">
    <p:bg>
      <p:bgPr>
        <a:solidFill>
          <a:schemeClr val="lt2"/>
        </a:solidFill>
      </p:bgPr>
    </p:bg>
    <p:spTree>
      <p:nvGrpSpPr>
        <p:cNvPr id="1440" name="Shape 1440"/>
        <p:cNvGrpSpPr/>
        <p:nvPr/>
      </p:nvGrpSpPr>
      <p:grpSpPr>
        <a:xfrm>
          <a:off x="0" y="0"/>
          <a:ext cx="0" cy="0"/>
          <a:chOff x="0" y="0"/>
          <a:chExt cx="0" cy="0"/>
        </a:xfrm>
      </p:grpSpPr>
      <p:sp>
        <p:nvSpPr>
          <p:cNvPr id="1441" name="Google Shape;1441;p90"/>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442" name="Google Shape;1442;p90"/>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443" name="Google Shape;1443;p90"/>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444" name="Google Shape;1444;p90"/>
          <p:cNvSpPr/>
          <p:nvPr>
            <p:ph idx="4" type="pic"/>
          </p:nvPr>
        </p:nvSpPr>
        <p:spPr>
          <a:xfrm>
            <a:off x="1907087" y="1245243"/>
            <a:ext cx="1868700" cy="1051200"/>
          </a:xfrm>
          <a:prstGeom prst="roundRect">
            <a:avLst>
              <a:gd fmla="val 6865" name="adj"/>
            </a:avLst>
          </a:prstGeom>
          <a:noFill/>
          <a:ln>
            <a:noFill/>
          </a:ln>
        </p:spPr>
      </p:sp>
      <p:sp>
        <p:nvSpPr>
          <p:cNvPr id="1445" name="Google Shape;1445;p90"/>
          <p:cNvSpPr/>
          <p:nvPr>
            <p:ph idx="5" type="pic"/>
          </p:nvPr>
        </p:nvSpPr>
        <p:spPr>
          <a:xfrm>
            <a:off x="3898886" y="1245243"/>
            <a:ext cx="1868700" cy="1051200"/>
          </a:xfrm>
          <a:prstGeom prst="roundRect">
            <a:avLst>
              <a:gd fmla="val 6865" name="adj"/>
            </a:avLst>
          </a:prstGeom>
          <a:noFill/>
          <a:ln>
            <a:noFill/>
          </a:ln>
        </p:spPr>
      </p:sp>
      <p:sp>
        <p:nvSpPr>
          <p:cNvPr id="1446" name="Google Shape;1446;p90"/>
          <p:cNvSpPr/>
          <p:nvPr>
            <p:ph idx="6" type="pic"/>
          </p:nvPr>
        </p:nvSpPr>
        <p:spPr>
          <a:xfrm>
            <a:off x="5890685" y="1245243"/>
            <a:ext cx="1868700" cy="1051200"/>
          </a:xfrm>
          <a:prstGeom prst="roundRect">
            <a:avLst>
              <a:gd fmla="val 6865" name="adj"/>
            </a:avLst>
          </a:prstGeom>
          <a:noFill/>
          <a:ln>
            <a:noFill/>
          </a:ln>
        </p:spPr>
      </p:sp>
      <p:sp>
        <p:nvSpPr>
          <p:cNvPr id="1447" name="Google Shape;1447;p90"/>
          <p:cNvSpPr/>
          <p:nvPr>
            <p:ph idx="7" type="pic"/>
          </p:nvPr>
        </p:nvSpPr>
        <p:spPr>
          <a:xfrm>
            <a:off x="1907087" y="2409575"/>
            <a:ext cx="1868700" cy="1051200"/>
          </a:xfrm>
          <a:prstGeom prst="roundRect">
            <a:avLst>
              <a:gd fmla="val 6865" name="adj"/>
            </a:avLst>
          </a:prstGeom>
          <a:noFill/>
          <a:ln>
            <a:noFill/>
          </a:ln>
        </p:spPr>
      </p:sp>
      <p:sp>
        <p:nvSpPr>
          <p:cNvPr id="1448" name="Google Shape;1448;p90"/>
          <p:cNvSpPr/>
          <p:nvPr>
            <p:ph idx="8" type="pic"/>
          </p:nvPr>
        </p:nvSpPr>
        <p:spPr>
          <a:xfrm>
            <a:off x="3898886" y="2409575"/>
            <a:ext cx="1868700" cy="1051200"/>
          </a:xfrm>
          <a:prstGeom prst="roundRect">
            <a:avLst>
              <a:gd fmla="val 6865" name="adj"/>
            </a:avLst>
          </a:prstGeom>
          <a:noFill/>
          <a:ln>
            <a:noFill/>
          </a:ln>
        </p:spPr>
      </p:sp>
      <p:sp>
        <p:nvSpPr>
          <p:cNvPr id="1449" name="Google Shape;1449;p90"/>
          <p:cNvSpPr/>
          <p:nvPr>
            <p:ph idx="9" type="pic"/>
          </p:nvPr>
        </p:nvSpPr>
        <p:spPr>
          <a:xfrm>
            <a:off x="5890685" y="2409575"/>
            <a:ext cx="1868700" cy="1051200"/>
          </a:xfrm>
          <a:prstGeom prst="roundRect">
            <a:avLst>
              <a:gd fmla="val 6865" name="adj"/>
            </a:avLst>
          </a:prstGeom>
          <a:noFill/>
          <a:ln>
            <a:noFill/>
          </a:ln>
        </p:spPr>
      </p:sp>
      <p:sp>
        <p:nvSpPr>
          <p:cNvPr id="1450" name="Google Shape;1450;p90"/>
          <p:cNvSpPr/>
          <p:nvPr>
            <p:ph idx="13" type="pic"/>
          </p:nvPr>
        </p:nvSpPr>
        <p:spPr>
          <a:xfrm>
            <a:off x="1907087" y="3573907"/>
            <a:ext cx="1868700" cy="1051200"/>
          </a:xfrm>
          <a:prstGeom prst="roundRect">
            <a:avLst>
              <a:gd fmla="val 6865" name="adj"/>
            </a:avLst>
          </a:prstGeom>
          <a:noFill/>
          <a:ln>
            <a:noFill/>
          </a:ln>
        </p:spPr>
      </p:sp>
      <p:sp>
        <p:nvSpPr>
          <p:cNvPr id="1451" name="Google Shape;1451;p90"/>
          <p:cNvSpPr/>
          <p:nvPr>
            <p:ph idx="14" type="pic"/>
          </p:nvPr>
        </p:nvSpPr>
        <p:spPr>
          <a:xfrm>
            <a:off x="3898886" y="3573907"/>
            <a:ext cx="1868700" cy="1051200"/>
          </a:xfrm>
          <a:prstGeom prst="roundRect">
            <a:avLst>
              <a:gd fmla="val 6865" name="adj"/>
            </a:avLst>
          </a:prstGeom>
          <a:noFill/>
          <a:ln>
            <a:noFill/>
          </a:ln>
        </p:spPr>
      </p:sp>
      <p:sp>
        <p:nvSpPr>
          <p:cNvPr id="1452" name="Google Shape;1452;p90"/>
          <p:cNvSpPr/>
          <p:nvPr>
            <p:ph idx="15" type="pic"/>
          </p:nvPr>
        </p:nvSpPr>
        <p:spPr>
          <a:xfrm>
            <a:off x="5890685" y="3573907"/>
            <a:ext cx="1868700" cy="1051200"/>
          </a:xfrm>
          <a:prstGeom prst="roundRect">
            <a:avLst>
              <a:gd fmla="val 6865" name="adj"/>
            </a:avLst>
          </a:prstGeom>
          <a:noFill/>
          <a:ln>
            <a:noFill/>
          </a:ln>
        </p:spPr>
      </p:sp>
      <p:cxnSp>
        <p:nvCxnSpPr>
          <p:cNvPr id="1453" name="Google Shape;1453;p9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54" name="Google Shape;1454;p9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55" name="Google Shape;1455;p9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56" name="Google Shape;1456;p9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457" name="Google Shape;1457;p90"/>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458" name="Google Shape;1458;p9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59" name="Shape 1459"/>
        <p:cNvGrpSpPr/>
        <p:nvPr/>
      </p:nvGrpSpPr>
      <p:grpSpPr>
        <a:xfrm>
          <a:off x="0" y="0"/>
          <a:ext cx="0" cy="0"/>
          <a:chOff x="0" y="0"/>
          <a:chExt cx="0" cy="0"/>
        </a:xfrm>
      </p:grpSpPr>
      <p:sp>
        <p:nvSpPr>
          <p:cNvPr id="1460" name="Google Shape;1460;p91"/>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61" name="Google Shape;1461;p91"/>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462" name="Shape 1462"/>
        <p:cNvGrpSpPr/>
        <p:nvPr/>
      </p:nvGrpSpPr>
      <p:grpSpPr>
        <a:xfrm>
          <a:off x="0" y="0"/>
          <a:ext cx="0" cy="0"/>
          <a:chOff x="0" y="0"/>
          <a:chExt cx="0" cy="0"/>
        </a:xfrm>
      </p:grpSpPr>
      <p:sp>
        <p:nvSpPr>
          <p:cNvPr id="1463" name="Google Shape;1463;p92"/>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464" name="Google Shape;1464;p92"/>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800"/>
              </a:spcBef>
              <a:spcAft>
                <a:spcPts val="0"/>
              </a:spcAft>
              <a:buSzPts val="2100"/>
              <a:buNone/>
              <a:defRPr sz="2100"/>
            </a:lvl2pPr>
            <a:lvl3pPr lvl="2" algn="ctr">
              <a:lnSpc>
                <a:spcPct val="100000"/>
              </a:lnSpc>
              <a:spcBef>
                <a:spcPts val="800"/>
              </a:spcBef>
              <a:spcAft>
                <a:spcPts val="0"/>
              </a:spcAft>
              <a:buSzPts val="2100"/>
              <a:buNone/>
              <a:defRPr sz="2100"/>
            </a:lvl3pPr>
            <a:lvl4pPr lvl="3" algn="ctr">
              <a:lnSpc>
                <a:spcPct val="100000"/>
              </a:lnSpc>
              <a:spcBef>
                <a:spcPts val="800"/>
              </a:spcBef>
              <a:spcAft>
                <a:spcPts val="0"/>
              </a:spcAft>
              <a:buSzPts val="2100"/>
              <a:buNone/>
              <a:defRPr sz="2100"/>
            </a:lvl4pPr>
            <a:lvl5pPr lvl="4" algn="ctr">
              <a:lnSpc>
                <a:spcPct val="100000"/>
              </a:lnSpc>
              <a:spcBef>
                <a:spcPts val="800"/>
              </a:spcBef>
              <a:spcAft>
                <a:spcPts val="0"/>
              </a:spcAft>
              <a:buSzPts val="2100"/>
              <a:buNone/>
              <a:defRPr sz="2100"/>
            </a:lvl5pPr>
            <a:lvl6pPr lvl="5" algn="ctr">
              <a:lnSpc>
                <a:spcPct val="100000"/>
              </a:lnSpc>
              <a:spcBef>
                <a:spcPts val="800"/>
              </a:spcBef>
              <a:spcAft>
                <a:spcPts val="0"/>
              </a:spcAft>
              <a:buSzPts val="2100"/>
              <a:buNone/>
              <a:defRPr sz="2100"/>
            </a:lvl6pPr>
            <a:lvl7pPr lvl="6" algn="ctr">
              <a:lnSpc>
                <a:spcPct val="100000"/>
              </a:lnSpc>
              <a:spcBef>
                <a:spcPts val="800"/>
              </a:spcBef>
              <a:spcAft>
                <a:spcPts val="0"/>
              </a:spcAft>
              <a:buSzPts val="2100"/>
              <a:buNone/>
              <a:defRPr sz="2100"/>
            </a:lvl7pPr>
            <a:lvl8pPr lvl="7" algn="ctr">
              <a:lnSpc>
                <a:spcPct val="100000"/>
              </a:lnSpc>
              <a:spcBef>
                <a:spcPts val="800"/>
              </a:spcBef>
              <a:spcAft>
                <a:spcPts val="0"/>
              </a:spcAft>
              <a:buSzPts val="2100"/>
              <a:buNone/>
              <a:defRPr sz="2100"/>
            </a:lvl8pPr>
            <a:lvl9pPr lvl="8" algn="ctr">
              <a:lnSpc>
                <a:spcPct val="100000"/>
              </a:lnSpc>
              <a:spcBef>
                <a:spcPts val="800"/>
              </a:spcBef>
              <a:spcAft>
                <a:spcPts val="0"/>
              </a:spcAft>
              <a:buSzPts val="2100"/>
              <a:buNone/>
              <a:defRPr sz="2100"/>
            </a:lvl9pPr>
          </a:lstStyle>
          <a:p/>
        </p:txBody>
      </p:sp>
      <p:sp>
        <p:nvSpPr>
          <p:cNvPr id="1465" name="Google Shape;1465;p92"/>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466" name="Shape 146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80" Type="http://schemas.openxmlformats.org/officeDocument/2006/relationships/slideLayout" Target="../slideLayouts/slideLayout91.xml"/><Relationship Id="rId81" Type="http://schemas.openxmlformats.org/officeDocument/2006/relationships/theme" Target="../theme/theme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73" Type="http://schemas.openxmlformats.org/officeDocument/2006/relationships/slideLayout" Target="../slideLayouts/slideLayout84.xml"/><Relationship Id="rId72" Type="http://schemas.openxmlformats.org/officeDocument/2006/relationships/slideLayout" Target="../slideLayouts/slideLayout83.xml"/><Relationship Id="rId31" Type="http://schemas.openxmlformats.org/officeDocument/2006/relationships/slideLayout" Target="../slideLayouts/slideLayout42.xml"/><Relationship Id="rId75" Type="http://schemas.openxmlformats.org/officeDocument/2006/relationships/slideLayout" Target="../slideLayouts/slideLayout86.xml"/><Relationship Id="rId30" Type="http://schemas.openxmlformats.org/officeDocument/2006/relationships/slideLayout" Target="../slideLayouts/slideLayout41.xml"/><Relationship Id="rId74" Type="http://schemas.openxmlformats.org/officeDocument/2006/relationships/slideLayout" Target="../slideLayouts/slideLayout85.xml"/><Relationship Id="rId33" Type="http://schemas.openxmlformats.org/officeDocument/2006/relationships/slideLayout" Target="../slideLayouts/slideLayout44.xml"/><Relationship Id="rId77" Type="http://schemas.openxmlformats.org/officeDocument/2006/relationships/slideLayout" Target="../slideLayouts/slideLayout88.xml"/><Relationship Id="rId32" Type="http://schemas.openxmlformats.org/officeDocument/2006/relationships/slideLayout" Target="../slideLayouts/slideLayout43.xml"/><Relationship Id="rId76" Type="http://schemas.openxmlformats.org/officeDocument/2006/relationships/slideLayout" Target="../slideLayouts/slideLayout87.xml"/><Relationship Id="rId35" Type="http://schemas.openxmlformats.org/officeDocument/2006/relationships/slideLayout" Target="../slideLayouts/slideLayout46.xml"/><Relationship Id="rId79" Type="http://schemas.openxmlformats.org/officeDocument/2006/relationships/slideLayout" Target="../slideLayouts/slideLayout90.xml"/><Relationship Id="rId34" Type="http://schemas.openxmlformats.org/officeDocument/2006/relationships/slideLayout" Target="../slideLayouts/slideLayout45.xml"/><Relationship Id="rId78" Type="http://schemas.openxmlformats.org/officeDocument/2006/relationships/slideLayout" Target="../slideLayouts/slideLayout89.xml"/><Relationship Id="rId71" Type="http://schemas.openxmlformats.org/officeDocument/2006/relationships/slideLayout" Target="../slideLayouts/slideLayout82.xml"/><Relationship Id="rId70" Type="http://schemas.openxmlformats.org/officeDocument/2006/relationships/slideLayout" Target="../slideLayouts/slideLayout81.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62" Type="http://schemas.openxmlformats.org/officeDocument/2006/relationships/slideLayout" Target="../slideLayouts/slideLayout73.xml"/><Relationship Id="rId61" Type="http://schemas.openxmlformats.org/officeDocument/2006/relationships/slideLayout" Target="../slideLayouts/slideLayout72.xml"/><Relationship Id="rId20" Type="http://schemas.openxmlformats.org/officeDocument/2006/relationships/slideLayout" Target="../slideLayouts/slideLayout31.xml"/><Relationship Id="rId64" Type="http://schemas.openxmlformats.org/officeDocument/2006/relationships/slideLayout" Target="../slideLayouts/slideLayout75.xml"/><Relationship Id="rId63" Type="http://schemas.openxmlformats.org/officeDocument/2006/relationships/slideLayout" Target="../slideLayouts/slideLayout74.xml"/><Relationship Id="rId22" Type="http://schemas.openxmlformats.org/officeDocument/2006/relationships/slideLayout" Target="../slideLayouts/slideLayout33.xml"/><Relationship Id="rId66" Type="http://schemas.openxmlformats.org/officeDocument/2006/relationships/slideLayout" Target="../slideLayouts/slideLayout77.xml"/><Relationship Id="rId21" Type="http://schemas.openxmlformats.org/officeDocument/2006/relationships/slideLayout" Target="../slideLayouts/slideLayout32.xml"/><Relationship Id="rId65" Type="http://schemas.openxmlformats.org/officeDocument/2006/relationships/slideLayout" Target="../slideLayouts/slideLayout76.xml"/><Relationship Id="rId24" Type="http://schemas.openxmlformats.org/officeDocument/2006/relationships/slideLayout" Target="../slideLayouts/slideLayout35.xml"/><Relationship Id="rId68" Type="http://schemas.openxmlformats.org/officeDocument/2006/relationships/slideLayout" Target="../slideLayouts/slideLayout79.xml"/><Relationship Id="rId23" Type="http://schemas.openxmlformats.org/officeDocument/2006/relationships/slideLayout" Target="../slideLayouts/slideLayout34.xml"/><Relationship Id="rId67" Type="http://schemas.openxmlformats.org/officeDocument/2006/relationships/slideLayout" Target="../slideLayouts/slideLayout78.xml"/><Relationship Id="rId60" Type="http://schemas.openxmlformats.org/officeDocument/2006/relationships/slideLayout" Target="../slideLayouts/slideLayout71.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69" Type="http://schemas.openxmlformats.org/officeDocument/2006/relationships/slideLayout" Target="../slideLayouts/slideLayout80.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55" Type="http://schemas.openxmlformats.org/officeDocument/2006/relationships/slideLayout" Target="../slideLayouts/slideLayout66.xml"/><Relationship Id="rId10" Type="http://schemas.openxmlformats.org/officeDocument/2006/relationships/slideLayout" Target="../slideLayouts/slideLayout21.xml"/><Relationship Id="rId54" Type="http://schemas.openxmlformats.org/officeDocument/2006/relationships/slideLayout" Target="../slideLayouts/slideLayout65.xml"/><Relationship Id="rId13" Type="http://schemas.openxmlformats.org/officeDocument/2006/relationships/slideLayout" Target="../slideLayouts/slideLayout24.xml"/><Relationship Id="rId57" Type="http://schemas.openxmlformats.org/officeDocument/2006/relationships/slideLayout" Target="../slideLayouts/slideLayout68.xml"/><Relationship Id="rId12" Type="http://schemas.openxmlformats.org/officeDocument/2006/relationships/slideLayout" Target="../slideLayouts/slideLayout23.xml"/><Relationship Id="rId56" Type="http://schemas.openxmlformats.org/officeDocument/2006/relationships/slideLayout" Target="../slideLayouts/slideLayout67.xml"/><Relationship Id="rId15" Type="http://schemas.openxmlformats.org/officeDocument/2006/relationships/slideLayout" Target="../slideLayouts/slideLayout26.xml"/><Relationship Id="rId59" Type="http://schemas.openxmlformats.org/officeDocument/2006/relationships/slideLayout" Target="../slideLayouts/slideLayout70.xml"/><Relationship Id="rId14" Type="http://schemas.openxmlformats.org/officeDocument/2006/relationships/slideLayout" Target="../slideLayouts/slideLayout25.xml"/><Relationship Id="rId58" Type="http://schemas.openxmlformats.org/officeDocument/2006/relationships/slideLayout" Target="../slideLayouts/slideLayout6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800"/>
              </a:spcBef>
              <a:spcAft>
                <a:spcPts val="80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52" name="Google Shape;52;p13"/>
          <p:cNvSpPr txBox="1"/>
          <p:nvPr>
            <p:ph type="title"/>
          </p:nvPr>
        </p:nvSpPr>
        <p:spPr>
          <a:xfrm>
            <a:off x="228600" y="369300"/>
            <a:ext cx="6480300" cy="587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1pPr>
            <a:lvl2pPr lvl="1">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2pPr>
            <a:lvl3pPr lvl="2">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3pPr>
            <a:lvl4pPr lvl="3">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4pPr>
            <a:lvl5pPr lvl="4">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5pPr>
            <a:lvl6pPr lvl="5">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6pPr>
            <a:lvl7pPr lvl="6">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7pPr>
            <a:lvl8pPr lvl="7">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8pPr>
            <a:lvl9pPr lvl="8">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 id="2147483721" r:id="rId63"/>
    <p:sldLayoutId id="2147483722" r:id="rId64"/>
    <p:sldLayoutId id="2147483723" r:id="rId65"/>
    <p:sldLayoutId id="2147483724" r:id="rId66"/>
    <p:sldLayoutId id="2147483725" r:id="rId67"/>
    <p:sldLayoutId id="2147483726" r:id="rId68"/>
    <p:sldLayoutId id="2147483727" r:id="rId69"/>
    <p:sldLayoutId id="2147483728" r:id="rId70"/>
    <p:sldLayoutId id="2147483729" r:id="rId71"/>
    <p:sldLayoutId id="2147483730" r:id="rId72"/>
    <p:sldLayoutId id="2147483731" r:id="rId73"/>
    <p:sldLayoutId id="2147483732" r:id="rId74"/>
    <p:sldLayoutId id="2147483733" r:id="rId75"/>
    <p:sldLayoutId id="2147483734" r:id="rId76"/>
    <p:sldLayoutId id="2147483735" r:id="rId77"/>
    <p:sldLayoutId id="2147483736" r:id="rId78"/>
    <p:sldLayoutId id="2147483737" r:id="rId79"/>
    <p:sldLayoutId id="2147483738" r:id="rId8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94"/>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p>
            <a:pPr indent="0" lvl="0" marL="0" rtl="0" algn="l">
              <a:lnSpc>
                <a:spcPct val="85000"/>
              </a:lnSpc>
              <a:spcBef>
                <a:spcPts val="0"/>
              </a:spcBef>
              <a:spcAft>
                <a:spcPts val="0"/>
              </a:spcAft>
              <a:buSzPts val="990"/>
              <a:buNone/>
            </a:pPr>
            <a:r>
              <a:rPr lang="en" sz="5030"/>
              <a:t>Initial Project Ideas</a:t>
            </a:r>
            <a:endParaRPr sz="5030"/>
          </a:p>
        </p:txBody>
      </p:sp>
      <p:sp>
        <p:nvSpPr>
          <p:cNvPr id="1472" name="Google Shape;1472;p94"/>
          <p:cNvSpPr txBox="1"/>
          <p:nvPr>
            <p:ph idx="1" type="subTitle"/>
          </p:nvPr>
        </p:nvSpPr>
        <p:spPr>
          <a:xfrm>
            <a:off x="521375" y="2782850"/>
            <a:ext cx="8100900" cy="338700"/>
          </a:xfrm>
          <a:prstGeom prst="rect">
            <a:avLst/>
          </a:prstGeom>
        </p:spPr>
        <p:txBody>
          <a:bodyPr anchorCtr="0" anchor="t" bIns="91425" lIns="274300" spcFirstLastPara="1" rIns="182875" wrap="square" tIns="91425">
            <a:normAutofit/>
          </a:bodyPr>
          <a:lstStyle/>
          <a:p>
            <a:pPr indent="0" lvl="0" marL="0" rtl="0" algn="l">
              <a:lnSpc>
                <a:spcPct val="115000"/>
              </a:lnSpc>
              <a:spcBef>
                <a:spcPts val="0"/>
              </a:spcBef>
              <a:spcAft>
                <a:spcPts val="0"/>
              </a:spcAft>
              <a:buSzPts val="1000"/>
              <a:buNone/>
            </a:pPr>
            <a:r>
              <a:rPr lang="en"/>
              <a:t>Ivan Garcia</a:t>
            </a:r>
            <a:endParaRPr/>
          </a:p>
        </p:txBody>
      </p:sp>
      <p:sp>
        <p:nvSpPr>
          <p:cNvPr id="1473" name="Google Shape;1473;p94"/>
          <p:cNvSpPr txBox="1"/>
          <p:nvPr>
            <p:ph idx="2" type="subTitle"/>
          </p:nvPr>
        </p:nvSpPr>
        <p:spPr>
          <a:xfrm>
            <a:off x="518400" y="3609525"/>
            <a:ext cx="6710400" cy="1010100"/>
          </a:xfrm>
          <a:prstGeom prst="rect">
            <a:avLst/>
          </a:prstGeom>
        </p:spPr>
        <p:txBody>
          <a:bodyPr anchorCtr="0" anchor="ctr" bIns="91425" lIns="274300" spcFirstLastPara="1" rIns="274300" wrap="square" tIns="91425">
            <a:normAutofit/>
          </a:bodyPr>
          <a:lstStyle/>
          <a:p>
            <a:pPr indent="-292100" lvl="0" marL="457200" rtl="0" algn="l">
              <a:lnSpc>
                <a:spcPct val="115000"/>
              </a:lnSpc>
              <a:spcBef>
                <a:spcPts val="0"/>
              </a:spcBef>
              <a:spcAft>
                <a:spcPts val="0"/>
              </a:spcAft>
              <a:buSzPts val="1000"/>
              <a:buChar char="●"/>
            </a:pPr>
            <a:r>
              <a:rPr lang="en"/>
              <a:t>Minecraft Refinery</a:t>
            </a:r>
            <a:endParaRPr/>
          </a:p>
          <a:p>
            <a:pPr indent="-292100" lvl="0" marL="457200" rtl="0" algn="l">
              <a:lnSpc>
                <a:spcPct val="115000"/>
              </a:lnSpc>
              <a:spcBef>
                <a:spcPts val="0"/>
              </a:spcBef>
              <a:spcAft>
                <a:spcPts val="0"/>
              </a:spcAft>
              <a:buSzPts val="1000"/>
              <a:buChar char="●"/>
            </a:pPr>
            <a:r>
              <a:rPr lang="en"/>
              <a:t>Drone Flight Stabilizer</a:t>
            </a:r>
            <a:endParaRPr/>
          </a:p>
          <a:p>
            <a:pPr indent="-292100" lvl="0" marL="457200" rtl="0" algn="l">
              <a:lnSpc>
                <a:spcPct val="115000"/>
              </a:lnSpc>
              <a:spcBef>
                <a:spcPts val="0"/>
              </a:spcBef>
              <a:spcAft>
                <a:spcPts val="0"/>
              </a:spcAft>
              <a:buSzPts val="1000"/>
              <a:buChar char="●"/>
            </a:pPr>
            <a:r>
              <a:rPr lang="en"/>
              <a:t>Automatic Pet Feeder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7" name="Shape 1477"/>
        <p:cNvGrpSpPr/>
        <p:nvPr/>
      </p:nvGrpSpPr>
      <p:grpSpPr>
        <a:xfrm>
          <a:off x="0" y="0"/>
          <a:ext cx="0" cy="0"/>
          <a:chOff x="0" y="0"/>
          <a:chExt cx="0" cy="0"/>
        </a:xfrm>
      </p:grpSpPr>
      <p:sp>
        <p:nvSpPr>
          <p:cNvPr id="1478" name="Google Shape;1478;p95"/>
          <p:cNvSpPr txBox="1"/>
          <p:nvPr>
            <p:ph idx="9" type="title"/>
          </p:nvPr>
        </p:nvSpPr>
        <p:spPr>
          <a:xfrm>
            <a:off x="6771475"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4</a:t>
            </a:r>
            <a:endParaRPr sz="1500"/>
          </a:p>
        </p:txBody>
      </p:sp>
      <p:sp>
        <p:nvSpPr>
          <p:cNvPr id="1479" name="Google Shape;1479;p95"/>
          <p:cNvSpPr txBox="1"/>
          <p:nvPr>
            <p:ph idx="4" type="title"/>
          </p:nvPr>
        </p:nvSpPr>
        <p:spPr>
          <a:xfrm>
            <a:off x="4861750"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3</a:t>
            </a:r>
            <a:endParaRPr sz="1500"/>
          </a:p>
        </p:txBody>
      </p:sp>
      <p:sp>
        <p:nvSpPr>
          <p:cNvPr id="1480" name="Google Shape;1480;p95"/>
          <p:cNvSpPr txBox="1"/>
          <p:nvPr>
            <p:ph idx="5" type="title"/>
          </p:nvPr>
        </p:nvSpPr>
        <p:spPr>
          <a:xfrm>
            <a:off x="2952000"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2</a:t>
            </a:r>
            <a:endParaRPr sz="1500"/>
          </a:p>
        </p:txBody>
      </p:sp>
      <p:sp>
        <p:nvSpPr>
          <p:cNvPr id="1481" name="Google Shape;1481;p95"/>
          <p:cNvSpPr txBox="1"/>
          <p:nvPr>
            <p:ph type="title"/>
          </p:nvPr>
        </p:nvSpPr>
        <p:spPr>
          <a:xfrm>
            <a:off x="1042100"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1</a:t>
            </a:r>
            <a:endParaRPr sz="1500"/>
          </a:p>
        </p:txBody>
      </p:sp>
      <p:sp>
        <p:nvSpPr>
          <p:cNvPr id="1482" name="Google Shape;1482;p95"/>
          <p:cNvSpPr txBox="1"/>
          <p:nvPr>
            <p:ph idx="2" type="subTitle"/>
          </p:nvPr>
        </p:nvSpPr>
        <p:spPr>
          <a:xfrm>
            <a:off x="1040700" y="-175"/>
            <a:ext cx="2930100" cy="335100"/>
          </a:xfrm>
          <a:prstGeom prst="rect">
            <a:avLst/>
          </a:prstGeom>
        </p:spPr>
        <p:txBody>
          <a:bodyPr anchorCtr="0" anchor="ctr" bIns="91425" lIns="274300" spcFirstLastPara="1" rIns="91425" wrap="square" tIns="91425">
            <a:noAutofit/>
          </a:bodyPr>
          <a:lstStyle/>
          <a:p>
            <a:pPr indent="0" lvl="0" marL="0" rtl="0" algn="l">
              <a:lnSpc>
                <a:spcPct val="115000"/>
              </a:lnSpc>
              <a:spcBef>
                <a:spcPts val="0"/>
              </a:spcBef>
              <a:spcAft>
                <a:spcPts val="0"/>
              </a:spcAft>
              <a:buSzPts val="800"/>
              <a:buNone/>
            </a:pPr>
            <a:r>
              <a:rPr b="1" lang="en" sz="1800"/>
              <a:t>Context:</a:t>
            </a:r>
            <a:endParaRPr b="1" sz="1800"/>
          </a:p>
        </p:txBody>
      </p:sp>
      <p:sp>
        <p:nvSpPr>
          <p:cNvPr id="1483" name="Google Shape;1483;p95"/>
          <p:cNvSpPr txBox="1"/>
          <p:nvPr>
            <p:ph idx="7" type="title"/>
          </p:nvPr>
        </p:nvSpPr>
        <p:spPr>
          <a:xfrm flipH="1">
            <a:off x="1046150" y="772500"/>
            <a:ext cx="7304100" cy="2125500"/>
          </a:xfrm>
          <a:prstGeom prst="rect">
            <a:avLst/>
          </a:prstGeom>
        </p:spPr>
        <p:txBody>
          <a:bodyPr anchorCtr="0" anchor="t" bIns="91425" lIns="274300" spcFirstLastPara="1" rIns="91425" wrap="square" tIns="91425">
            <a:normAutofit/>
          </a:bodyPr>
          <a:lstStyle/>
          <a:p>
            <a:pPr indent="0" lvl="0" marL="0" rtl="0" algn="l">
              <a:lnSpc>
                <a:spcPct val="80000"/>
              </a:lnSpc>
              <a:spcBef>
                <a:spcPts val="0"/>
              </a:spcBef>
              <a:spcAft>
                <a:spcPts val="0"/>
              </a:spcAft>
              <a:buSzPts val="4400"/>
              <a:buNone/>
            </a:pPr>
            <a:r>
              <a:rPr b="1" lang="en" sz="1800" u="sng"/>
              <a:t>Minecraft Refinery:</a:t>
            </a:r>
            <a:endParaRPr b="1" sz="1800" u="sng"/>
          </a:p>
          <a:p>
            <a:pPr indent="0" lvl="0" marL="0" rtl="0" algn="l">
              <a:lnSpc>
                <a:spcPct val="80000"/>
              </a:lnSpc>
              <a:spcBef>
                <a:spcPts val="0"/>
              </a:spcBef>
              <a:spcAft>
                <a:spcPts val="0"/>
              </a:spcAft>
              <a:buSzPts val="4400"/>
              <a:buNone/>
            </a:pPr>
            <a:r>
              <a:t/>
            </a:r>
            <a:endParaRPr sz="1400"/>
          </a:p>
          <a:p>
            <a:pPr indent="0" lvl="0" marL="0" rtl="0" algn="l">
              <a:lnSpc>
                <a:spcPct val="80000"/>
              </a:lnSpc>
              <a:spcBef>
                <a:spcPts val="0"/>
              </a:spcBef>
              <a:spcAft>
                <a:spcPts val="0"/>
              </a:spcAft>
              <a:buSzPts val="4400"/>
              <a:buNone/>
            </a:pPr>
            <a:r>
              <a:rPr lang="en" sz="1400"/>
              <a:t>In a minecraft world I have right now, I have a refinery which </a:t>
            </a:r>
            <a:r>
              <a:rPr lang="en" sz="1400"/>
              <a:t>combines</a:t>
            </a:r>
            <a:r>
              <a:rPr lang="en" sz="1400"/>
              <a:t> acetaldehyde with </a:t>
            </a:r>
            <a:r>
              <a:rPr lang="en" sz="1400"/>
              <a:t>creosote oil to make phenolic resin. I need this to make other items in the game, but I need to be careful not to accidentally produce too much resin or have too much acetaldehyde flow into the refinery. Overall this process would be made much easier with control system to limit liquid flow. While there are many steps before and after this process, I believe looking at the the controlled flow of acetaldehyde(input) into the machine, combining with the oil (process), and producing the resin(output) would make a decent system for the project.</a:t>
            </a:r>
            <a:endParaRPr sz="1400"/>
          </a:p>
        </p:txBody>
      </p:sp>
      <p:sp>
        <p:nvSpPr>
          <p:cNvPr id="1484" name="Google Shape;1484;p95"/>
          <p:cNvSpPr txBox="1"/>
          <p:nvPr>
            <p:ph idx="8" type="subTitle"/>
          </p:nvPr>
        </p:nvSpPr>
        <p:spPr>
          <a:xfrm>
            <a:off x="1042100" y="3382075"/>
            <a:ext cx="19107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Variable Controlled:</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lang="en" sz="1200"/>
              <a:t>The flow of </a:t>
            </a:r>
            <a:r>
              <a:rPr lang="en" sz="1200"/>
              <a:t>Acetaldehyde into the tank</a:t>
            </a:r>
            <a:endParaRPr sz="1200"/>
          </a:p>
        </p:txBody>
      </p:sp>
      <p:sp>
        <p:nvSpPr>
          <p:cNvPr id="1485" name="Google Shape;1485;p95"/>
          <p:cNvSpPr txBox="1"/>
          <p:nvPr>
            <p:ph idx="13" type="subTitle"/>
          </p:nvPr>
        </p:nvSpPr>
        <p:spPr>
          <a:xfrm>
            <a:off x="2800900" y="3382075"/>
            <a:ext cx="20613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Controller Benefit:</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b="1" lang="en" sz="1000">
                <a:latin typeface="Inter"/>
                <a:ea typeface="Inter"/>
                <a:cs typeface="Inter"/>
                <a:sym typeface="Inter"/>
              </a:rPr>
              <a:t>The controller will limit the flow of acetaldehyde based on the current liquid volume and resin amount as to not overflow the tank or produce more than the desired amount.</a:t>
            </a:r>
            <a:endParaRPr b="1" sz="1000">
              <a:latin typeface="Inter"/>
              <a:ea typeface="Inter"/>
              <a:cs typeface="Inter"/>
              <a:sym typeface="Inter"/>
            </a:endParaRPr>
          </a:p>
        </p:txBody>
      </p:sp>
      <p:sp>
        <p:nvSpPr>
          <p:cNvPr id="1486" name="Google Shape;1486;p95"/>
          <p:cNvSpPr txBox="1"/>
          <p:nvPr>
            <p:ph idx="14" type="subTitle"/>
          </p:nvPr>
        </p:nvSpPr>
        <p:spPr>
          <a:xfrm>
            <a:off x="4862850" y="3382050"/>
            <a:ext cx="19107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Controller Goal:</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lang="en" sz="1200"/>
              <a:t>This will ensure that no acetaldehyde is wasted and that the machine can make the desired amount autonomously</a:t>
            </a:r>
            <a:endParaRPr sz="1200"/>
          </a:p>
        </p:txBody>
      </p:sp>
      <p:sp>
        <p:nvSpPr>
          <p:cNvPr id="1487" name="Google Shape;1487;p95"/>
          <p:cNvSpPr txBox="1"/>
          <p:nvPr>
            <p:ph idx="15" type="subTitle"/>
          </p:nvPr>
        </p:nvSpPr>
        <p:spPr>
          <a:xfrm>
            <a:off x="6774250" y="3382050"/>
            <a:ext cx="18489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Sensor Needed:</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lang="en" sz="1200"/>
              <a:t>Needs a sensor for liquid in mixing tank and liquid in resin tank.</a:t>
            </a:r>
            <a:endParaRPr sz="1200"/>
          </a:p>
        </p:txBody>
      </p:sp>
      <p:cxnSp>
        <p:nvCxnSpPr>
          <p:cNvPr id="1488" name="Google Shape;1488;p95"/>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489" name="Google Shape;1489;p95"/>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grpSp>
        <p:nvGrpSpPr>
          <p:cNvPr id="1490" name="Google Shape;1490;p95"/>
          <p:cNvGrpSpPr/>
          <p:nvPr/>
        </p:nvGrpSpPr>
        <p:grpSpPr>
          <a:xfrm rot="5400000">
            <a:off x="595827" y="890398"/>
            <a:ext cx="369896" cy="333900"/>
            <a:chOff x="96076" y="654376"/>
            <a:chExt cx="369896" cy="333900"/>
          </a:xfrm>
        </p:grpSpPr>
        <p:cxnSp>
          <p:nvCxnSpPr>
            <p:cNvPr id="1491" name="Google Shape;1491;p95"/>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1492" name="Google Shape;1492;p9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93" name="Google Shape;1493;p9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494" name="Google Shape;1494;p95"/>
          <p:cNvCxnSpPr/>
          <p:nvPr/>
        </p:nvCxnSpPr>
        <p:spPr>
          <a:xfrm>
            <a:off x="4861900" y="2897900"/>
            <a:ext cx="0" cy="2245800"/>
          </a:xfrm>
          <a:prstGeom prst="straightConnector1">
            <a:avLst/>
          </a:prstGeom>
          <a:noFill/>
          <a:ln cap="flat" cmpd="sng" w="9525">
            <a:solidFill>
              <a:schemeClr val="accent6"/>
            </a:solidFill>
            <a:prstDash val="solid"/>
            <a:round/>
            <a:headEnd len="sm" w="sm" type="none"/>
            <a:tailEnd len="sm" w="sm" type="none"/>
          </a:ln>
        </p:spPr>
      </p:cxnSp>
      <p:cxnSp>
        <p:nvCxnSpPr>
          <p:cNvPr id="1495" name="Google Shape;1495;p95"/>
          <p:cNvCxnSpPr/>
          <p:nvPr/>
        </p:nvCxnSpPr>
        <p:spPr>
          <a:xfrm>
            <a:off x="2950738" y="2897900"/>
            <a:ext cx="0" cy="2245800"/>
          </a:xfrm>
          <a:prstGeom prst="straightConnector1">
            <a:avLst/>
          </a:prstGeom>
          <a:noFill/>
          <a:ln cap="flat" cmpd="sng" w="9525">
            <a:solidFill>
              <a:schemeClr val="accent6"/>
            </a:solidFill>
            <a:prstDash val="solid"/>
            <a:round/>
            <a:headEnd len="sm" w="sm" type="none"/>
            <a:tailEnd len="sm" w="sm" type="none"/>
          </a:ln>
        </p:spPr>
      </p:cxnSp>
      <p:cxnSp>
        <p:nvCxnSpPr>
          <p:cNvPr id="1496" name="Google Shape;1496;p95"/>
          <p:cNvCxnSpPr/>
          <p:nvPr/>
        </p:nvCxnSpPr>
        <p:spPr>
          <a:xfrm rot="10800000">
            <a:off x="1040500" y="2897900"/>
            <a:ext cx="7582200" cy="0"/>
          </a:xfrm>
          <a:prstGeom prst="straightConnector1">
            <a:avLst/>
          </a:prstGeom>
          <a:noFill/>
          <a:ln cap="flat" cmpd="sng" w="9525">
            <a:solidFill>
              <a:schemeClr val="accent6"/>
            </a:solidFill>
            <a:prstDash val="solid"/>
            <a:round/>
            <a:headEnd len="sm" w="sm" type="none"/>
            <a:tailEnd len="sm" w="sm" type="none"/>
          </a:ln>
        </p:spPr>
      </p:cxnSp>
      <p:cxnSp>
        <p:nvCxnSpPr>
          <p:cNvPr id="1497" name="Google Shape;1497;p95"/>
          <p:cNvCxnSpPr/>
          <p:nvPr/>
        </p:nvCxnSpPr>
        <p:spPr>
          <a:xfrm>
            <a:off x="8623975" y="-200"/>
            <a:ext cx="0" cy="5143500"/>
          </a:xfrm>
          <a:prstGeom prst="straightConnector1">
            <a:avLst/>
          </a:prstGeom>
          <a:noFill/>
          <a:ln cap="flat" cmpd="sng" w="9525">
            <a:solidFill>
              <a:schemeClr val="accent6"/>
            </a:solidFill>
            <a:prstDash val="solid"/>
            <a:round/>
            <a:headEnd len="sm" w="sm" type="none"/>
            <a:tailEnd len="sm" w="sm" type="none"/>
          </a:ln>
        </p:spPr>
      </p:cxnSp>
      <p:cxnSp>
        <p:nvCxnSpPr>
          <p:cNvPr id="1498" name="Google Shape;1498;p95"/>
          <p:cNvCxnSpPr/>
          <p:nvPr/>
        </p:nvCxnSpPr>
        <p:spPr>
          <a:xfrm>
            <a:off x="6771475" y="2897900"/>
            <a:ext cx="0" cy="2245800"/>
          </a:xfrm>
          <a:prstGeom prst="straightConnector1">
            <a:avLst/>
          </a:prstGeom>
          <a:noFill/>
          <a:ln cap="flat" cmpd="sng" w="9525">
            <a:solidFill>
              <a:schemeClr val="accent6"/>
            </a:solidFill>
            <a:prstDash val="solid"/>
            <a:round/>
            <a:headEnd len="sm" w="sm" type="none"/>
            <a:tailEnd len="sm" w="sm" type="none"/>
          </a:ln>
        </p:spPr>
      </p:cxnSp>
      <p:cxnSp>
        <p:nvCxnSpPr>
          <p:cNvPr id="1499" name="Google Shape;1499;p95"/>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500" name="Google Shape;1500;p95"/>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sp>
        <p:nvSpPr>
          <p:cNvPr id="1505" name="Google Shape;1505;p96"/>
          <p:cNvSpPr/>
          <p:nvPr/>
        </p:nvSpPr>
        <p:spPr>
          <a:xfrm>
            <a:off x="2651800" y="814500"/>
            <a:ext cx="1051800" cy="7704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2"/>
                </a:solidFill>
                <a:latin typeface="Inter"/>
                <a:ea typeface="Inter"/>
                <a:cs typeface="Inter"/>
                <a:sym typeface="Inter"/>
              </a:rPr>
              <a:t>Controller</a:t>
            </a:r>
            <a:r>
              <a:rPr lang="en" sz="1000">
                <a:solidFill>
                  <a:schemeClr val="lt2"/>
                </a:solidFill>
                <a:latin typeface="Inter"/>
                <a:ea typeface="Inter"/>
                <a:cs typeface="Inter"/>
                <a:sym typeface="Inter"/>
              </a:rPr>
              <a:t>:</a:t>
            </a:r>
            <a:endParaRPr sz="1000">
              <a:solidFill>
                <a:schemeClr val="lt2"/>
              </a:solidFill>
              <a:latin typeface="Inter"/>
              <a:ea typeface="Inter"/>
              <a:cs typeface="Inter"/>
              <a:sym typeface="Inter"/>
            </a:endParaRPr>
          </a:p>
          <a:p>
            <a:pPr indent="0" lvl="0" marL="0" rtl="0" algn="l">
              <a:spcBef>
                <a:spcPts val="0"/>
              </a:spcBef>
              <a:spcAft>
                <a:spcPts val="0"/>
              </a:spcAft>
              <a:buNone/>
            </a:pPr>
            <a:r>
              <a:rPr lang="en" sz="1000">
                <a:solidFill>
                  <a:schemeClr val="lt2"/>
                </a:solidFill>
                <a:latin typeface="Inter"/>
                <a:ea typeface="Inter"/>
                <a:cs typeface="Inter"/>
                <a:sym typeface="Inter"/>
              </a:rPr>
              <a:t>Controls how much liquid flows in</a:t>
            </a:r>
            <a:endParaRPr sz="1000">
              <a:solidFill>
                <a:schemeClr val="lt2"/>
              </a:solidFill>
              <a:latin typeface="Inter"/>
              <a:ea typeface="Inter"/>
              <a:cs typeface="Inter"/>
              <a:sym typeface="Inter"/>
            </a:endParaRPr>
          </a:p>
        </p:txBody>
      </p:sp>
      <p:pic>
        <p:nvPicPr>
          <p:cNvPr id="1506" name="Google Shape;1506;p96"/>
          <p:cNvPicPr preferRelativeResize="0"/>
          <p:nvPr/>
        </p:nvPicPr>
        <p:blipFill>
          <a:blip r:embed="rId3">
            <a:alphaModFix/>
          </a:blip>
          <a:stretch>
            <a:fillRect/>
          </a:stretch>
        </p:blipFill>
        <p:spPr>
          <a:xfrm>
            <a:off x="575300" y="2577036"/>
            <a:ext cx="2579075" cy="2226939"/>
          </a:xfrm>
          <a:prstGeom prst="rect">
            <a:avLst/>
          </a:prstGeom>
          <a:noFill/>
          <a:ln cap="flat" cmpd="sng" w="28575">
            <a:solidFill>
              <a:schemeClr val="dk2"/>
            </a:solidFill>
            <a:prstDash val="solid"/>
            <a:round/>
            <a:headEnd len="sm" w="sm" type="none"/>
            <a:tailEnd len="sm" w="sm" type="none"/>
          </a:ln>
        </p:spPr>
      </p:pic>
      <p:cxnSp>
        <p:nvCxnSpPr>
          <p:cNvPr id="1507" name="Google Shape;1507;p96"/>
          <p:cNvCxnSpPr>
            <a:endCxn id="1508" idx="2"/>
          </p:cNvCxnSpPr>
          <p:nvPr/>
        </p:nvCxnSpPr>
        <p:spPr>
          <a:xfrm>
            <a:off x="1227200" y="1195500"/>
            <a:ext cx="637800" cy="4200"/>
          </a:xfrm>
          <a:prstGeom prst="straightConnector1">
            <a:avLst/>
          </a:prstGeom>
          <a:noFill/>
          <a:ln cap="flat" cmpd="sng" w="28575">
            <a:solidFill>
              <a:srgbClr val="FFFFFF"/>
            </a:solidFill>
            <a:prstDash val="solid"/>
            <a:round/>
            <a:headEnd len="med" w="med" type="none"/>
            <a:tailEnd len="med" w="med" type="triangle"/>
          </a:ln>
        </p:spPr>
      </p:cxnSp>
      <p:sp>
        <p:nvSpPr>
          <p:cNvPr id="1509" name="Google Shape;1509;p96"/>
          <p:cNvSpPr txBox="1"/>
          <p:nvPr/>
        </p:nvSpPr>
        <p:spPr>
          <a:xfrm>
            <a:off x="970450" y="897275"/>
            <a:ext cx="712200" cy="2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a:ea typeface="Inter"/>
                <a:cs typeface="Inter"/>
                <a:sym typeface="Inter"/>
              </a:rPr>
              <a:t>L(S)</a:t>
            </a:r>
            <a:endParaRPr sz="1200">
              <a:solidFill>
                <a:srgbClr val="FFFFFF"/>
              </a:solidFill>
              <a:latin typeface="Inter"/>
              <a:ea typeface="Inter"/>
              <a:cs typeface="Inter"/>
              <a:sym typeface="Inter"/>
            </a:endParaRPr>
          </a:p>
        </p:txBody>
      </p:sp>
      <p:sp>
        <p:nvSpPr>
          <p:cNvPr id="1510" name="Google Shape;1510;p96"/>
          <p:cNvSpPr/>
          <p:nvPr/>
        </p:nvSpPr>
        <p:spPr>
          <a:xfrm>
            <a:off x="4308300" y="1116900"/>
            <a:ext cx="182100" cy="16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11" name="Google Shape;1511;p96"/>
          <p:cNvCxnSpPr>
            <a:stCxn id="1505" idx="3"/>
            <a:endCxn id="1510" idx="2"/>
          </p:cNvCxnSpPr>
          <p:nvPr/>
        </p:nvCxnSpPr>
        <p:spPr>
          <a:xfrm>
            <a:off x="3703600" y="1199700"/>
            <a:ext cx="604800" cy="0"/>
          </a:xfrm>
          <a:prstGeom prst="straightConnector1">
            <a:avLst/>
          </a:prstGeom>
          <a:noFill/>
          <a:ln cap="flat" cmpd="sng" w="28575">
            <a:solidFill>
              <a:srgbClr val="FFFFFF"/>
            </a:solidFill>
            <a:prstDash val="solid"/>
            <a:round/>
            <a:headEnd len="med" w="med" type="none"/>
            <a:tailEnd len="med" w="med" type="triangle"/>
          </a:ln>
        </p:spPr>
      </p:cxnSp>
      <p:cxnSp>
        <p:nvCxnSpPr>
          <p:cNvPr id="1512" name="Google Shape;1512;p96"/>
          <p:cNvCxnSpPr>
            <a:stCxn id="1510" idx="4"/>
          </p:cNvCxnSpPr>
          <p:nvPr/>
        </p:nvCxnSpPr>
        <p:spPr>
          <a:xfrm rot="5400000">
            <a:off x="3184050" y="584700"/>
            <a:ext cx="517500" cy="1913100"/>
          </a:xfrm>
          <a:prstGeom prst="bentConnector2">
            <a:avLst/>
          </a:prstGeom>
          <a:noFill/>
          <a:ln cap="flat" cmpd="sng" w="28575">
            <a:solidFill>
              <a:srgbClr val="FFFFFF"/>
            </a:solidFill>
            <a:prstDash val="solid"/>
            <a:round/>
            <a:headEnd len="med" w="med" type="none"/>
            <a:tailEnd len="med" w="med" type="none"/>
          </a:ln>
        </p:spPr>
      </p:cxnSp>
      <p:sp>
        <p:nvSpPr>
          <p:cNvPr id="1508" name="Google Shape;1508;p96"/>
          <p:cNvSpPr/>
          <p:nvPr/>
        </p:nvSpPr>
        <p:spPr>
          <a:xfrm>
            <a:off x="1865000" y="1116900"/>
            <a:ext cx="182100" cy="16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13" name="Google Shape;1513;p96"/>
          <p:cNvCxnSpPr>
            <a:endCxn id="1508" idx="4"/>
          </p:cNvCxnSpPr>
          <p:nvPr/>
        </p:nvCxnSpPr>
        <p:spPr>
          <a:xfrm rot="10800000">
            <a:off x="1956050" y="1282500"/>
            <a:ext cx="563400" cy="501000"/>
          </a:xfrm>
          <a:prstGeom prst="straightConnector1">
            <a:avLst/>
          </a:prstGeom>
          <a:noFill/>
          <a:ln cap="flat" cmpd="sng" w="28575">
            <a:solidFill>
              <a:srgbClr val="FFFFFF"/>
            </a:solidFill>
            <a:prstDash val="solid"/>
            <a:round/>
            <a:headEnd len="med" w="med" type="none"/>
            <a:tailEnd len="med" w="med" type="triangle"/>
          </a:ln>
        </p:spPr>
      </p:cxnSp>
      <p:cxnSp>
        <p:nvCxnSpPr>
          <p:cNvPr id="1514" name="Google Shape;1514;p96"/>
          <p:cNvCxnSpPr>
            <a:stCxn id="1508" idx="6"/>
            <a:endCxn id="1505" idx="1"/>
          </p:cNvCxnSpPr>
          <p:nvPr/>
        </p:nvCxnSpPr>
        <p:spPr>
          <a:xfrm>
            <a:off x="2047100" y="1199700"/>
            <a:ext cx="604800" cy="0"/>
          </a:xfrm>
          <a:prstGeom prst="straightConnector1">
            <a:avLst/>
          </a:prstGeom>
          <a:noFill/>
          <a:ln cap="flat" cmpd="sng" w="28575">
            <a:solidFill>
              <a:srgbClr val="FFFFFF"/>
            </a:solidFill>
            <a:prstDash val="solid"/>
            <a:round/>
            <a:headEnd len="med" w="med" type="none"/>
            <a:tailEnd len="med" w="med" type="triangle"/>
          </a:ln>
        </p:spPr>
      </p:cxnSp>
      <p:sp>
        <p:nvSpPr>
          <p:cNvPr id="1515" name="Google Shape;1515;p96"/>
          <p:cNvSpPr txBox="1"/>
          <p:nvPr/>
        </p:nvSpPr>
        <p:spPr>
          <a:xfrm>
            <a:off x="3907425" y="814500"/>
            <a:ext cx="712200" cy="2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a:ea typeface="Inter"/>
                <a:cs typeface="Inter"/>
                <a:sym typeface="Inter"/>
              </a:rPr>
              <a:t>A</a:t>
            </a:r>
            <a:r>
              <a:rPr lang="en" sz="1200">
                <a:solidFill>
                  <a:srgbClr val="FFFFFF"/>
                </a:solidFill>
                <a:latin typeface="Inter"/>
                <a:ea typeface="Inter"/>
                <a:cs typeface="Inter"/>
                <a:sym typeface="Inter"/>
              </a:rPr>
              <a:t>(S)</a:t>
            </a:r>
            <a:endParaRPr sz="1200">
              <a:solidFill>
                <a:srgbClr val="FFFFFF"/>
              </a:solidFill>
              <a:latin typeface="Inter"/>
              <a:ea typeface="Inter"/>
              <a:cs typeface="Inter"/>
              <a:sym typeface="Inter"/>
            </a:endParaRPr>
          </a:p>
        </p:txBody>
      </p:sp>
      <p:cxnSp>
        <p:nvCxnSpPr>
          <p:cNvPr id="1516" name="Google Shape;1516;p96"/>
          <p:cNvCxnSpPr>
            <a:stCxn id="1510" idx="6"/>
            <a:endCxn id="1517" idx="1"/>
          </p:cNvCxnSpPr>
          <p:nvPr/>
        </p:nvCxnSpPr>
        <p:spPr>
          <a:xfrm flipH="1" rot="10800000">
            <a:off x="4490400" y="1197600"/>
            <a:ext cx="333000" cy="2100"/>
          </a:xfrm>
          <a:prstGeom prst="straightConnector1">
            <a:avLst/>
          </a:prstGeom>
          <a:noFill/>
          <a:ln cap="flat" cmpd="sng" w="28575">
            <a:solidFill>
              <a:srgbClr val="FFFFFF"/>
            </a:solidFill>
            <a:prstDash val="solid"/>
            <a:round/>
            <a:headEnd len="med" w="med" type="none"/>
            <a:tailEnd len="med" w="med" type="triangle"/>
          </a:ln>
        </p:spPr>
      </p:cxnSp>
      <p:sp>
        <p:nvSpPr>
          <p:cNvPr id="1517" name="Google Shape;1517;p96"/>
          <p:cNvSpPr/>
          <p:nvPr/>
        </p:nvSpPr>
        <p:spPr>
          <a:xfrm>
            <a:off x="4823450" y="812400"/>
            <a:ext cx="1051800" cy="7704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2"/>
                </a:solidFill>
                <a:latin typeface="Inter"/>
                <a:ea typeface="Inter"/>
                <a:cs typeface="Inter"/>
                <a:sym typeface="Inter"/>
              </a:rPr>
              <a:t>Process</a:t>
            </a:r>
            <a:r>
              <a:rPr lang="en" sz="1000">
                <a:solidFill>
                  <a:schemeClr val="lt2"/>
                </a:solidFill>
                <a:latin typeface="Inter"/>
                <a:ea typeface="Inter"/>
                <a:cs typeface="Inter"/>
                <a:sym typeface="Inter"/>
              </a:rPr>
              <a:t>:</a:t>
            </a:r>
            <a:endParaRPr sz="1000">
              <a:solidFill>
                <a:schemeClr val="lt2"/>
              </a:solidFill>
              <a:latin typeface="Inter"/>
              <a:ea typeface="Inter"/>
              <a:cs typeface="Inter"/>
              <a:sym typeface="Inter"/>
            </a:endParaRPr>
          </a:p>
          <a:p>
            <a:pPr indent="0" lvl="0" marL="0" rtl="0" algn="l">
              <a:spcBef>
                <a:spcPts val="0"/>
              </a:spcBef>
              <a:spcAft>
                <a:spcPts val="0"/>
              </a:spcAft>
              <a:buNone/>
            </a:pPr>
            <a:r>
              <a:rPr lang="en" sz="1000">
                <a:solidFill>
                  <a:schemeClr val="lt2"/>
                </a:solidFill>
                <a:latin typeface="Inter"/>
                <a:ea typeface="Inter"/>
                <a:cs typeface="Inter"/>
                <a:sym typeface="Inter"/>
              </a:rPr>
              <a:t>Mixes Ace with oil</a:t>
            </a:r>
            <a:endParaRPr sz="1000">
              <a:solidFill>
                <a:schemeClr val="lt2"/>
              </a:solidFill>
              <a:latin typeface="Inter"/>
              <a:ea typeface="Inter"/>
              <a:cs typeface="Inter"/>
              <a:sym typeface="Inter"/>
            </a:endParaRPr>
          </a:p>
        </p:txBody>
      </p:sp>
      <p:sp>
        <p:nvSpPr>
          <p:cNvPr id="1518" name="Google Shape;1518;p96"/>
          <p:cNvSpPr txBox="1"/>
          <p:nvPr/>
        </p:nvSpPr>
        <p:spPr>
          <a:xfrm>
            <a:off x="572875" y="209825"/>
            <a:ext cx="4307100" cy="381000"/>
          </a:xfrm>
          <a:prstGeom prst="rect">
            <a:avLst/>
          </a:prstGeom>
          <a:noFill/>
          <a:ln cap="flat" cmpd="sng" w="2857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FFFFFF"/>
                </a:solidFill>
                <a:latin typeface="Inter"/>
                <a:ea typeface="Inter"/>
                <a:cs typeface="Inter"/>
                <a:sym typeface="Inter"/>
              </a:rPr>
              <a:t>Very basic diagram of the process</a:t>
            </a:r>
            <a:endParaRPr b="1" sz="1500">
              <a:solidFill>
                <a:srgbClr val="FFFFFF"/>
              </a:solidFill>
              <a:latin typeface="Inter"/>
              <a:ea typeface="Inter"/>
              <a:cs typeface="Inter"/>
              <a:sym typeface="Inter"/>
            </a:endParaRPr>
          </a:p>
        </p:txBody>
      </p:sp>
      <p:sp>
        <p:nvSpPr>
          <p:cNvPr id="1519" name="Google Shape;1519;p96"/>
          <p:cNvSpPr txBox="1"/>
          <p:nvPr/>
        </p:nvSpPr>
        <p:spPr>
          <a:xfrm>
            <a:off x="6527825" y="897275"/>
            <a:ext cx="712200" cy="2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a:ea typeface="Inter"/>
                <a:cs typeface="Inter"/>
                <a:sym typeface="Inter"/>
              </a:rPr>
              <a:t>A(S)</a:t>
            </a:r>
            <a:endParaRPr sz="1200">
              <a:solidFill>
                <a:srgbClr val="FFFFFF"/>
              </a:solidFill>
              <a:latin typeface="Inter"/>
              <a:ea typeface="Inter"/>
              <a:cs typeface="Inter"/>
              <a:sym typeface="Inter"/>
            </a:endParaRPr>
          </a:p>
        </p:txBody>
      </p:sp>
      <p:cxnSp>
        <p:nvCxnSpPr>
          <p:cNvPr id="1520" name="Google Shape;1520;p96"/>
          <p:cNvCxnSpPr>
            <a:stCxn id="1517" idx="3"/>
            <a:endCxn id="1521" idx="2"/>
          </p:cNvCxnSpPr>
          <p:nvPr/>
        </p:nvCxnSpPr>
        <p:spPr>
          <a:xfrm flipH="1" rot="10800000">
            <a:off x="5875250" y="1197000"/>
            <a:ext cx="333000" cy="600"/>
          </a:xfrm>
          <a:prstGeom prst="straightConnector1">
            <a:avLst/>
          </a:prstGeom>
          <a:noFill/>
          <a:ln cap="flat" cmpd="sng" w="28575">
            <a:solidFill>
              <a:srgbClr val="FFFFFF"/>
            </a:solidFill>
            <a:prstDash val="solid"/>
            <a:round/>
            <a:headEnd len="med" w="med" type="none"/>
            <a:tailEnd len="med" w="med" type="triangle"/>
          </a:ln>
        </p:spPr>
      </p:cxnSp>
      <p:sp>
        <p:nvSpPr>
          <p:cNvPr id="1521" name="Google Shape;1521;p96"/>
          <p:cNvSpPr/>
          <p:nvPr/>
        </p:nvSpPr>
        <p:spPr>
          <a:xfrm>
            <a:off x="6208300" y="1114350"/>
            <a:ext cx="182100" cy="16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22" name="Google Shape;1522;p96"/>
          <p:cNvCxnSpPr>
            <a:stCxn id="1521" idx="6"/>
          </p:cNvCxnSpPr>
          <p:nvPr/>
        </p:nvCxnSpPr>
        <p:spPr>
          <a:xfrm flipH="1" rot="10800000">
            <a:off x="6390400" y="1187250"/>
            <a:ext cx="759000" cy="9900"/>
          </a:xfrm>
          <a:prstGeom prst="straightConnector1">
            <a:avLst/>
          </a:prstGeom>
          <a:noFill/>
          <a:ln cap="flat" cmpd="sng" w="28575">
            <a:solidFill>
              <a:srgbClr val="FFFFFF"/>
            </a:solidFill>
            <a:prstDash val="solid"/>
            <a:round/>
            <a:headEnd len="med" w="med" type="none"/>
            <a:tailEnd len="med" w="med" type="triangle"/>
          </a:ln>
        </p:spPr>
      </p:cxnSp>
      <p:cxnSp>
        <p:nvCxnSpPr>
          <p:cNvPr id="1523" name="Google Shape;1523;p96"/>
          <p:cNvCxnSpPr>
            <a:stCxn id="1521" idx="4"/>
          </p:cNvCxnSpPr>
          <p:nvPr/>
        </p:nvCxnSpPr>
        <p:spPr>
          <a:xfrm rot="5400000">
            <a:off x="3714400" y="-519900"/>
            <a:ext cx="785100" cy="4384800"/>
          </a:xfrm>
          <a:prstGeom prst="bentConnector2">
            <a:avLst/>
          </a:prstGeom>
          <a:noFill/>
          <a:ln cap="flat" cmpd="sng" w="28575">
            <a:solidFill>
              <a:srgbClr val="FFFFFF"/>
            </a:solidFill>
            <a:prstDash val="solid"/>
            <a:round/>
            <a:headEnd len="med" w="med" type="none"/>
            <a:tailEnd len="med" w="med" type="none"/>
          </a:ln>
        </p:spPr>
      </p:cxnSp>
      <p:cxnSp>
        <p:nvCxnSpPr>
          <p:cNvPr id="1524" name="Google Shape;1524;p96"/>
          <p:cNvCxnSpPr>
            <a:endCxn id="1508" idx="4"/>
          </p:cNvCxnSpPr>
          <p:nvPr/>
        </p:nvCxnSpPr>
        <p:spPr>
          <a:xfrm flipH="1" rot="10800000">
            <a:off x="1939550" y="1282500"/>
            <a:ext cx="16500" cy="766200"/>
          </a:xfrm>
          <a:prstGeom prst="straightConnector1">
            <a:avLst/>
          </a:prstGeom>
          <a:noFill/>
          <a:ln cap="flat" cmpd="sng" w="28575">
            <a:solidFill>
              <a:srgbClr val="FFFFFF"/>
            </a:solidFill>
            <a:prstDash val="solid"/>
            <a:round/>
            <a:headEnd len="med" w="med" type="none"/>
            <a:tailEnd len="med" w="med" type="triangle"/>
          </a:ln>
        </p:spPr>
      </p:cxnSp>
      <p:sp>
        <p:nvSpPr>
          <p:cNvPr id="1525" name="Google Shape;1525;p96"/>
          <p:cNvSpPr txBox="1"/>
          <p:nvPr/>
        </p:nvSpPr>
        <p:spPr>
          <a:xfrm>
            <a:off x="6963350" y="2048575"/>
            <a:ext cx="2001600" cy="692400"/>
          </a:xfrm>
          <a:prstGeom prst="rect">
            <a:avLst/>
          </a:prstGeom>
          <a:noFill/>
          <a:ln cap="flat" cmpd="sng" w="2857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FFFFFF"/>
                </a:solidFill>
                <a:latin typeface="Inter"/>
                <a:ea typeface="Inter"/>
                <a:cs typeface="Inter"/>
                <a:sym typeface="Inter"/>
              </a:rPr>
              <a:t>This is the project I most want to do</a:t>
            </a:r>
            <a:endParaRPr b="1" sz="1500">
              <a:solidFill>
                <a:srgbClr val="FFFFFF"/>
              </a:solidFill>
              <a:latin typeface="Inter"/>
              <a:ea typeface="Inter"/>
              <a:cs typeface="Inter"/>
              <a:sym typeface="Inter"/>
            </a:endParaRPr>
          </a:p>
        </p:txBody>
      </p:sp>
      <p:pic>
        <p:nvPicPr>
          <p:cNvPr id="1526" name="Google Shape;1526;p96"/>
          <p:cNvPicPr preferRelativeResize="0"/>
          <p:nvPr/>
        </p:nvPicPr>
        <p:blipFill>
          <a:blip r:embed="rId4">
            <a:alphaModFix/>
          </a:blip>
          <a:stretch>
            <a:fillRect/>
          </a:stretch>
        </p:blipFill>
        <p:spPr>
          <a:xfrm>
            <a:off x="3628450" y="2875558"/>
            <a:ext cx="3368675" cy="1894880"/>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0" name="Shape 1530"/>
        <p:cNvGrpSpPr/>
        <p:nvPr/>
      </p:nvGrpSpPr>
      <p:grpSpPr>
        <a:xfrm>
          <a:off x="0" y="0"/>
          <a:ext cx="0" cy="0"/>
          <a:chOff x="0" y="0"/>
          <a:chExt cx="0" cy="0"/>
        </a:xfrm>
      </p:grpSpPr>
      <p:sp>
        <p:nvSpPr>
          <p:cNvPr id="1531" name="Google Shape;1531;p97"/>
          <p:cNvSpPr txBox="1"/>
          <p:nvPr>
            <p:ph idx="9" type="title"/>
          </p:nvPr>
        </p:nvSpPr>
        <p:spPr>
          <a:xfrm>
            <a:off x="6771475"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4</a:t>
            </a:r>
            <a:endParaRPr sz="1500"/>
          </a:p>
        </p:txBody>
      </p:sp>
      <p:sp>
        <p:nvSpPr>
          <p:cNvPr id="1532" name="Google Shape;1532;p97"/>
          <p:cNvSpPr txBox="1"/>
          <p:nvPr>
            <p:ph idx="4" type="title"/>
          </p:nvPr>
        </p:nvSpPr>
        <p:spPr>
          <a:xfrm>
            <a:off x="4861750"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3</a:t>
            </a:r>
            <a:endParaRPr sz="1500"/>
          </a:p>
        </p:txBody>
      </p:sp>
      <p:sp>
        <p:nvSpPr>
          <p:cNvPr id="1533" name="Google Shape;1533;p97"/>
          <p:cNvSpPr txBox="1"/>
          <p:nvPr>
            <p:ph idx="5" type="title"/>
          </p:nvPr>
        </p:nvSpPr>
        <p:spPr>
          <a:xfrm>
            <a:off x="2952000"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2</a:t>
            </a:r>
            <a:endParaRPr sz="1500"/>
          </a:p>
        </p:txBody>
      </p:sp>
      <p:sp>
        <p:nvSpPr>
          <p:cNvPr id="1534" name="Google Shape;1534;p97"/>
          <p:cNvSpPr txBox="1"/>
          <p:nvPr>
            <p:ph type="title"/>
          </p:nvPr>
        </p:nvSpPr>
        <p:spPr>
          <a:xfrm>
            <a:off x="1042100"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1</a:t>
            </a:r>
            <a:endParaRPr sz="1500"/>
          </a:p>
        </p:txBody>
      </p:sp>
      <p:sp>
        <p:nvSpPr>
          <p:cNvPr id="1535" name="Google Shape;1535;p97"/>
          <p:cNvSpPr txBox="1"/>
          <p:nvPr>
            <p:ph idx="2" type="subTitle"/>
          </p:nvPr>
        </p:nvSpPr>
        <p:spPr>
          <a:xfrm>
            <a:off x="1040700" y="-175"/>
            <a:ext cx="2930100" cy="335100"/>
          </a:xfrm>
          <a:prstGeom prst="rect">
            <a:avLst/>
          </a:prstGeom>
        </p:spPr>
        <p:txBody>
          <a:bodyPr anchorCtr="0" anchor="ctr" bIns="91425" lIns="274300" spcFirstLastPara="1" rIns="91425" wrap="square" tIns="91425">
            <a:noAutofit/>
          </a:bodyPr>
          <a:lstStyle/>
          <a:p>
            <a:pPr indent="0" lvl="0" marL="0" rtl="0" algn="l">
              <a:lnSpc>
                <a:spcPct val="115000"/>
              </a:lnSpc>
              <a:spcBef>
                <a:spcPts val="0"/>
              </a:spcBef>
              <a:spcAft>
                <a:spcPts val="0"/>
              </a:spcAft>
              <a:buSzPts val="800"/>
              <a:buNone/>
            </a:pPr>
            <a:r>
              <a:rPr b="1" lang="en" sz="1800"/>
              <a:t>Context:</a:t>
            </a:r>
            <a:endParaRPr b="1" sz="1800"/>
          </a:p>
        </p:txBody>
      </p:sp>
      <p:sp>
        <p:nvSpPr>
          <p:cNvPr id="1536" name="Google Shape;1536;p97"/>
          <p:cNvSpPr txBox="1"/>
          <p:nvPr>
            <p:ph idx="7" type="title"/>
          </p:nvPr>
        </p:nvSpPr>
        <p:spPr>
          <a:xfrm flipH="1">
            <a:off x="1046150" y="772500"/>
            <a:ext cx="7304100" cy="2125500"/>
          </a:xfrm>
          <a:prstGeom prst="rect">
            <a:avLst/>
          </a:prstGeom>
        </p:spPr>
        <p:txBody>
          <a:bodyPr anchorCtr="0" anchor="t" bIns="91425" lIns="274300" spcFirstLastPara="1" rIns="91425" wrap="square" tIns="91425">
            <a:normAutofit/>
          </a:bodyPr>
          <a:lstStyle/>
          <a:p>
            <a:pPr indent="0" lvl="0" marL="0" rtl="0" algn="l">
              <a:lnSpc>
                <a:spcPct val="80000"/>
              </a:lnSpc>
              <a:spcBef>
                <a:spcPts val="0"/>
              </a:spcBef>
              <a:spcAft>
                <a:spcPts val="0"/>
              </a:spcAft>
              <a:buSzPts val="4400"/>
              <a:buNone/>
            </a:pPr>
            <a:r>
              <a:rPr b="1" lang="en" sz="1800" u="sng"/>
              <a:t>Drone Flight Stabilizer:</a:t>
            </a:r>
            <a:endParaRPr b="1" sz="1800" u="sng"/>
          </a:p>
          <a:p>
            <a:pPr indent="0" lvl="0" marL="0" rtl="0" algn="l">
              <a:lnSpc>
                <a:spcPct val="80000"/>
              </a:lnSpc>
              <a:spcBef>
                <a:spcPts val="0"/>
              </a:spcBef>
              <a:spcAft>
                <a:spcPts val="0"/>
              </a:spcAft>
              <a:buSzPts val="4400"/>
              <a:buNone/>
            </a:pPr>
            <a:r>
              <a:t/>
            </a:r>
            <a:endParaRPr sz="1400"/>
          </a:p>
          <a:p>
            <a:pPr indent="0" lvl="0" marL="0" rtl="0" algn="l">
              <a:lnSpc>
                <a:spcPct val="80000"/>
              </a:lnSpc>
              <a:spcBef>
                <a:spcPts val="0"/>
              </a:spcBef>
              <a:spcAft>
                <a:spcPts val="0"/>
              </a:spcAft>
              <a:buSzPts val="4400"/>
              <a:buNone/>
            </a:pPr>
            <a:r>
              <a:rPr lang="en" sz="1400"/>
              <a:t>For a drone to float in air it needs to account for its own movement and slow said movement down. Thus it would take in current speed and increase the thrust in the opposite direction to </a:t>
            </a:r>
            <a:r>
              <a:rPr lang="en" sz="1400"/>
              <a:t>accommodate</a:t>
            </a:r>
            <a:r>
              <a:rPr lang="en" sz="1400"/>
              <a:t> said speed. For the sake of simplicity this will only be looking </a:t>
            </a:r>
            <a:r>
              <a:rPr lang="en" sz="1400"/>
              <a:t>accommodating</a:t>
            </a:r>
            <a:r>
              <a:rPr lang="en" sz="1400"/>
              <a:t> itself from falling downwards. </a:t>
            </a:r>
            <a:endParaRPr sz="1400"/>
          </a:p>
        </p:txBody>
      </p:sp>
      <p:sp>
        <p:nvSpPr>
          <p:cNvPr id="1537" name="Google Shape;1537;p97"/>
          <p:cNvSpPr txBox="1"/>
          <p:nvPr>
            <p:ph idx="8" type="subTitle"/>
          </p:nvPr>
        </p:nvSpPr>
        <p:spPr>
          <a:xfrm>
            <a:off x="1042100" y="3382075"/>
            <a:ext cx="19107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Variable Controlled:</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lang="en" sz="1200"/>
              <a:t>The speed of the drone in the vertical direction.</a:t>
            </a:r>
            <a:endParaRPr sz="1200"/>
          </a:p>
        </p:txBody>
      </p:sp>
      <p:sp>
        <p:nvSpPr>
          <p:cNvPr id="1538" name="Google Shape;1538;p97"/>
          <p:cNvSpPr txBox="1"/>
          <p:nvPr>
            <p:ph idx="13" type="subTitle"/>
          </p:nvPr>
        </p:nvSpPr>
        <p:spPr>
          <a:xfrm>
            <a:off x="2800900" y="3382075"/>
            <a:ext cx="20613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Controller Benefit:</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b="1" lang="en" sz="1000">
                <a:latin typeface="Inter"/>
                <a:ea typeface="Inter"/>
                <a:cs typeface="Inter"/>
                <a:sym typeface="Inter"/>
              </a:rPr>
              <a:t>The</a:t>
            </a:r>
            <a:r>
              <a:rPr b="1" lang="en" sz="1000">
                <a:latin typeface="Inter"/>
                <a:ea typeface="Inter"/>
                <a:cs typeface="Inter"/>
                <a:sym typeface="Inter"/>
              </a:rPr>
              <a:t> controller makes it so the drone can properly stabilize itself based on speed intake and minimize overcompensation</a:t>
            </a:r>
            <a:endParaRPr b="1" sz="1000">
              <a:latin typeface="Inter"/>
              <a:ea typeface="Inter"/>
              <a:cs typeface="Inter"/>
              <a:sym typeface="Inter"/>
            </a:endParaRPr>
          </a:p>
        </p:txBody>
      </p:sp>
      <p:sp>
        <p:nvSpPr>
          <p:cNvPr id="1539" name="Google Shape;1539;p97"/>
          <p:cNvSpPr txBox="1"/>
          <p:nvPr>
            <p:ph idx="14" type="subTitle"/>
          </p:nvPr>
        </p:nvSpPr>
        <p:spPr>
          <a:xfrm>
            <a:off x="4862850" y="3382050"/>
            <a:ext cx="19107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Controller Goal:</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lang="en" sz="1000"/>
              <a:t>The controller will allow thrusters or turbines to slow themselves down so it doesn’t fall and doesn’t rise from trying to hard to compensate.</a:t>
            </a:r>
            <a:endParaRPr sz="1000"/>
          </a:p>
        </p:txBody>
      </p:sp>
      <p:sp>
        <p:nvSpPr>
          <p:cNvPr id="1540" name="Google Shape;1540;p97"/>
          <p:cNvSpPr txBox="1"/>
          <p:nvPr>
            <p:ph idx="15" type="subTitle"/>
          </p:nvPr>
        </p:nvSpPr>
        <p:spPr>
          <a:xfrm>
            <a:off x="6774250" y="3382050"/>
            <a:ext cx="18489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Sensor Needed:</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lang="en" sz="1200"/>
              <a:t>The sensor will take in the speed of the drone(downards)</a:t>
            </a:r>
            <a:endParaRPr sz="1200"/>
          </a:p>
        </p:txBody>
      </p:sp>
      <p:cxnSp>
        <p:nvCxnSpPr>
          <p:cNvPr id="1541" name="Google Shape;1541;p97"/>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542" name="Google Shape;1542;p97"/>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grpSp>
        <p:nvGrpSpPr>
          <p:cNvPr id="1543" name="Google Shape;1543;p97"/>
          <p:cNvGrpSpPr/>
          <p:nvPr/>
        </p:nvGrpSpPr>
        <p:grpSpPr>
          <a:xfrm rot="5400000">
            <a:off x="595827" y="890398"/>
            <a:ext cx="369896" cy="333900"/>
            <a:chOff x="96076" y="654376"/>
            <a:chExt cx="369896" cy="333900"/>
          </a:xfrm>
        </p:grpSpPr>
        <p:cxnSp>
          <p:nvCxnSpPr>
            <p:cNvPr id="1544" name="Google Shape;1544;p97"/>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1545" name="Google Shape;1545;p9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546" name="Google Shape;1546;p9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547" name="Google Shape;1547;p97"/>
          <p:cNvCxnSpPr/>
          <p:nvPr/>
        </p:nvCxnSpPr>
        <p:spPr>
          <a:xfrm>
            <a:off x="4861900" y="2897900"/>
            <a:ext cx="0" cy="2245800"/>
          </a:xfrm>
          <a:prstGeom prst="straightConnector1">
            <a:avLst/>
          </a:prstGeom>
          <a:noFill/>
          <a:ln cap="flat" cmpd="sng" w="9525">
            <a:solidFill>
              <a:schemeClr val="accent6"/>
            </a:solidFill>
            <a:prstDash val="solid"/>
            <a:round/>
            <a:headEnd len="sm" w="sm" type="none"/>
            <a:tailEnd len="sm" w="sm" type="none"/>
          </a:ln>
        </p:spPr>
      </p:cxnSp>
      <p:cxnSp>
        <p:nvCxnSpPr>
          <p:cNvPr id="1548" name="Google Shape;1548;p97"/>
          <p:cNvCxnSpPr/>
          <p:nvPr/>
        </p:nvCxnSpPr>
        <p:spPr>
          <a:xfrm>
            <a:off x="2950738" y="2897900"/>
            <a:ext cx="0" cy="2245800"/>
          </a:xfrm>
          <a:prstGeom prst="straightConnector1">
            <a:avLst/>
          </a:prstGeom>
          <a:noFill/>
          <a:ln cap="flat" cmpd="sng" w="9525">
            <a:solidFill>
              <a:schemeClr val="accent6"/>
            </a:solidFill>
            <a:prstDash val="solid"/>
            <a:round/>
            <a:headEnd len="sm" w="sm" type="none"/>
            <a:tailEnd len="sm" w="sm" type="none"/>
          </a:ln>
        </p:spPr>
      </p:cxnSp>
      <p:cxnSp>
        <p:nvCxnSpPr>
          <p:cNvPr id="1549" name="Google Shape;1549;p97"/>
          <p:cNvCxnSpPr/>
          <p:nvPr/>
        </p:nvCxnSpPr>
        <p:spPr>
          <a:xfrm rot="10800000">
            <a:off x="1040500" y="2897900"/>
            <a:ext cx="7582200" cy="0"/>
          </a:xfrm>
          <a:prstGeom prst="straightConnector1">
            <a:avLst/>
          </a:prstGeom>
          <a:noFill/>
          <a:ln cap="flat" cmpd="sng" w="9525">
            <a:solidFill>
              <a:schemeClr val="accent6"/>
            </a:solidFill>
            <a:prstDash val="solid"/>
            <a:round/>
            <a:headEnd len="sm" w="sm" type="none"/>
            <a:tailEnd len="sm" w="sm" type="none"/>
          </a:ln>
        </p:spPr>
      </p:cxnSp>
      <p:cxnSp>
        <p:nvCxnSpPr>
          <p:cNvPr id="1550" name="Google Shape;1550;p97"/>
          <p:cNvCxnSpPr/>
          <p:nvPr/>
        </p:nvCxnSpPr>
        <p:spPr>
          <a:xfrm>
            <a:off x="8623975" y="-200"/>
            <a:ext cx="0" cy="5143500"/>
          </a:xfrm>
          <a:prstGeom prst="straightConnector1">
            <a:avLst/>
          </a:prstGeom>
          <a:noFill/>
          <a:ln cap="flat" cmpd="sng" w="9525">
            <a:solidFill>
              <a:schemeClr val="accent6"/>
            </a:solidFill>
            <a:prstDash val="solid"/>
            <a:round/>
            <a:headEnd len="sm" w="sm" type="none"/>
            <a:tailEnd len="sm" w="sm" type="none"/>
          </a:ln>
        </p:spPr>
      </p:cxnSp>
      <p:cxnSp>
        <p:nvCxnSpPr>
          <p:cNvPr id="1551" name="Google Shape;1551;p97"/>
          <p:cNvCxnSpPr/>
          <p:nvPr/>
        </p:nvCxnSpPr>
        <p:spPr>
          <a:xfrm>
            <a:off x="6771475" y="2897900"/>
            <a:ext cx="0" cy="2245800"/>
          </a:xfrm>
          <a:prstGeom prst="straightConnector1">
            <a:avLst/>
          </a:prstGeom>
          <a:noFill/>
          <a:ln cap="flat" cmpd="sng" w="9525">
            <a:solidFill>
              <a:schemeClr val="accent6"/>
            </a:solidFill>
            <a:prstDash val="solid"/>
            <a:round/>
            <a:headEnd len="sm" w="sm" type="none"/>
            <a:tailEnd len="sm" w="sm" type="none"/>
          </a:ln>
        </p:spPr>
      </p:cxnSp>
      <p:cxnSp>
        <p:nvCxnSpPr>
          <p:cNvPr id="1552" name="Google Shape;1552;p97"/>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553" name="Google Shape;1553;p97"/>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7" name="Shape 1557"/>
        <p:cNvGrpSpPr/>
        <p:nvPr/>
      </p:nvGrpSpPr>
      <p:grpSpPr>
        <a:xfrm>
          <a:off x="0" y="0"/>
          <a:ext cx="0" cy="0"/>
          <a:chOff x="0" y="0"/>
          <a:chExt cx="0" cy="0"/>
        </a:xfrm>
      </p:grpSpPr>
      <p:sp>
        <p:nvSpPr>
          <p:cNvPr id="1558" name="Google Shape;1558;p98"/>
          <p:cNvSpPr/>
          <p:nvPr/>
        </p:nvSpPr>
        <p:spPr>
          <a:xfrm>
            <a:off x="3600100" y="814488"/>
            <a:ext cx="1051800" cy="7704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2"/>
                </a:solidFill>
                <a:latin typeface="Inter"/>
                <a:ea typeface="Inter"/>
                <a:cs typeface="Inter"/>
                <a:sym typeface="Inter"/>
              </a:rPr>
              <a:t>Controller</a:t>
            </a:r>
            <a:r>
              <a:rPr lang="en" sz="1000">
                <a:solidFill>
                  <a:schemeClr val="lt2"/>
                </a:solidFill>
                <a:latin typeface="Inter"/>
                <a:ea typeface="Inter"/>
                <a:cs typeface="Inter"/>
                <a:sym typeface="Inter"/>
              </a:rPr>
              <a:t>:</a:t>
            </a:r>
            <a:endParaRPr sz="1000">
              <a:solidFill>
                <a:schemeClr val="lt2"/>
              </a:solidFill>
              <a:latin typeface="Inter"/>
              <a:ea typeface="Inter"/>
              <a:cs typeface="Inter"/>
              <a:sym typeface="Inter"/>
            </a:endParaRPr>
          </a:p>
          <a:p>
            <a:pPr indent="0" lvl="0" marL="0" rtl="0" algn="l">
              <a:spcBef>
                <a:spcPts val="0"/>
              </a:spcBef>
              <a:spcAft>
                <a:spcPts val="0"/>
              </a:spcAft>
              <a:buNone/>
            </a:pPr>
            <a:r>
              <a:rPr lang="en" sz="900">
                <a:solidFill>
                  <a:schemeClr val="lt2"/>
                </a:solidFill>
                <a:latin typeface="Inter"/>
                <a:ea typeface="Inter"/>
                <a:cs typeface="Inter"/>
                <a:sym typeface="Inter"/>
              </a:rPr>
              <a:t>Controls propellor speed based on current speed</a:t>
            </a:r>
            <a:endParaRPr sz="900">
              <a:solidFill>
                <a:schemeClr val="lt2"/>
              </a:solidFill>
              <a:latin typeface="Inter"/>
              <a:ea typeface="Inter"/>
              <a:cs typeface="Inter"/>
              <a:sym typeface="Inter"/>
            </a:endParaRPr>
          </a:p>
        </p:txBody>
      </p:sp>
      <p:cxnSp>
        <p:nvCxnSpPr>
          <p:cNvPr id="1559" name="Google Shape;1559;p98"/>
          <p:cNvCxnSpPr>
            <a:endCxn id="1560" idx="2"/>
          </p:cNvCxnSpPr>
          <p:nvPr/>
        </p:nvCxnSpPr>
        <p:spPr>
          <a:xfrm>
            <a:off x="1227200" y="1195500"/>
            <a:ext cx="637800" cy="4200"/>
          </a:xfrm>
          <a:prstGeom prst="straightConnector1">
            <a:avLst/>
          </a:prstGeom>
          <a:noFill/>
          <a:ln cap="flat" cmpd="sng" w="28575">
            <a:solidFill>
              <a:srgbClr val="FFFFFF"/>
            </a:solidFill>
            <a:prstDash val="solid"/>
            <a:round/>
            <a:headEnd len="med" w="med" type="none"/>
            <a:tailEnd len="med" w="med" type="triangle"/>
          </a:ln>
        </p:spPr>
      </p:cxnSp>
      <p:sp>
        <p:nvSpPr>
          <p:cNvPr id="1561" name="Google Shape;1561;p98"/>
          <p:cNvSpPr txBox="1"/>
          <p:nvPr/>
        </p:nvSpPr>
        <p:spPr>
          <a:xfrm>
            <a:off x="970450" y="897275"/>
            <a:ext cx="712200" cy="2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a:ea typeface="Inter"/>
                <a:cs typeface="Inter"/>
                <a:sym typeface="Inter"/>
              </a:rPr>
              <a:t>V(s)</a:t>
            </a:r>
            <a:endParaRPr sz="1200">
              <a:solidFill>
                <a:srgbClr val="FFFFFF"/>
              </a:solidFill>
              <a:latin typeface="Inter"/>
              <a:ea typeface="Inter"/>
              <a:cs typeface="Inter"/>
              <a:sym typeface="Inter"/>
            </a:endParaRPr>
          </a:p>
        </p:txBody>
      </p:sp>
      <p:sp>
        <p:nvSpPr>
          <p:cNvPr id="1562" name="Google Shape;1562;p98"/>
          <p:cNvSpPr/>
          <p:nvPr/>
        </p:nvSpPr>
        <p:spPr>
          <a:xfrm>
            <a:off x="6022800" y="1116900"/>
            <a:ext cx="182100" cy="16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63" name="Google Shape;1563;p98"/>
          <p:cNvCxnSpPr>
            <a:stCxn id="1558" idx="3"/>
            <a:endCxn id="1562" idx="2"/>
          </p:cNvCxnSpPr>
          <p:nvPr/>
        </p:nvCxnSpPr>
        <p:spPr>
          <a:xfrm>
            <a:off x="4651900" y="1199688"/>
            <a:ext cx="1371000" cy="0"/>
          </a:xfrm>
          <a:prstGeom prst="straightConnector1">
            <a:avLst/>
          </a:prstGeom>
          <a:noFill/>
          <a:ln cap="flat" cmpd="sng" w="28575">
            <a:solidFill>
              <a:srgbClr val="FFFFFF"/>
            </a:solidFill>
            <a:prstDash val="solid"/>
            <a:round/>
            <a:headEnd len="med" w="med" type="none"/>
            <a:tailEnd len="med" w="med" type="triangle"/>
          </a:ln>
        </p:spPr>
      </p:cxnSp>
      <p:cxnSp>
        <p:nvCxnSpPr>
          <p:cNvPr id="1564" name="Google Shape;1564;p98"/>
          <p:cNvCxnSpPr>
            <a:stCxn id="1562" idx="4"/>
            <a:endCxn id="1565" idx="3"/>
          </p:cNvCxnSpPr>
          <p:nvPr/>
        </p:nvCxnSpPr>
        <p:spPr>
          <a:xfrm rot="5400000">
            <a:off x="4316100" y="471450"/>
            <a:ext cx="986700" cy="2608800"/>
          </a:xfrm>
          <a:prstGeom prst="bentConnector2">
            <a:avLst/>
          </a:prstGeom>
          <a:noFill/>
          <a:ln cap="flat" cmpd="sng" w="28575">
            <a:solidFill>
              <a:srgbClr val="FFFFFF"/>
            </a:solidFill>
            <a:prstDash val="solid"/>
            <a:round/>
            <a:headEnd len="med" w="med" type="none"/>
            <a:tailEnd len="med" w="med" type="none"/>
          </a:ln>
        </p:spPr>
      </p:cxnSp>
      <p:sp>
        <p:nvSpPr>
          <p:cNvPr id="1560" name="Google Shape;1560;p98"/>
          <p:cNvSpPr/>
          <p:nvPr/>
        </p:nvSpPr>
        <p:spPr>
          <a:xfrm>
            <a:off x="1865000" y="1116900"/>
            <a:ext cx="182100" cy="16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66" name="Google Shape;1566;p98"/>
          <p:cNvCxnSpPr>
            <a:stCxn id="1565" idx="1"/>
            <a:endCxn id="1560" idx="4"/>
          </p:cNvCxnSpPr>
          <p:nvPr/>
        </p:nvCxnSpPr>
        <p:spPr>
          <a:xfrm rot="10800000">
            <a:off x="1956100" y="1282413"/>
            <a:ext cx="538500" cy="986700"/>
          </a:xfrm>
          <a:prstGeom prst="straightConnector1">
            <a:avLst/>
          </a:prstGeom>
          <a:noFill/>
          <a:ln cap="flat" cmpd="sng" w="28575">
            <a:solidFill>
              <a:srgbClr val="FFFFFF"/>
            </a:solidFill>
            <a:prstDash val="solid"/>
            <a:round/>
            <a:headEnd len="med" w="med" type="none"/>
            <a:tailEnd len="med" w="med" type="triangle"/>
          </a:ln>
        </p:spPr>
      </p:cxnSp>
      <p:cxnSp>
        <p:nvCxnSpPr>
          <p:cNvPr id="1567" name="Google Shape;1567;p98"/>
          <p:cNvCxnSpPr>
            <a:stCxn id="1560" idx="6"/>
            <a:endCxn id="1558" idx="1"/>
          </p:cNvCxnSpPr>
          <p:nvPr/>
        </p:nvCxnSpPr>
        <p:spPr>
          <a:xfrm>
            <a:off x="2047100" y="1199700"/>
            <a:ext cx="1553100" cy="0"/>
          </a:xfrm>
          <a:prstGeom prst="straightConnector1">
            <a:avLst/>
          </a:prstGeom>
          <a:noFill/>
          <a:ln cap="flat" cmpd="sng" w="28575">
            <a:solidFill>
              <a:srgbClr val="FFFFFF"/>
            </a:solidFill>
            <a:prstDash val="solid"/>
            <a:round/>
            <a:headEnd len="med" w="med" type="none"/>
            <a:tailEnd len="med" w="med" type="triangle"/>
          </a:ln>
        </p:spPr>
      </p:cxnSp>
      <p:sp>
        <p:nvSpPr>
          <p:cNvPr id="1568" name="Google Shape;1568;p98"/>
          <p:cNvSpPr txBox="1"/>
          <p:nvPr/>
        </p:nvSpPr>
        <p:spPr>
          <a:xfrm>
            <a:off x="6267975" y="843588"/>
            <a:ext cx="712200" cy="2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a:ea typeface="Inter"/>
                <a:cs typeface="Inter"/>
                <a:sym typeface="Inter"/>
              </a:rPr>
              <a:t>y(s)</a:t>
            </a:r>
            <a:endParaRPr sz="1200">
              <a:solidFill>
                <a:srgbClr val="FFFFFF"/>
              </a:solidFill>
              <a:latin typeface="Inter"/>
              <a:ea typeface="Inter"/>
              <a:cs typeface="Inter"/>
              <a:sym typeface="Inter"/>
            </a:endParaRPr>
          </a:p>
        </p:txBody>
      </p:sp>
      <p:sp>
        <p:nvSpPr>
          <p:cNvPr id="1569" name="Google Shape;1569;p98"/>
          <p:cNvSpPr txBox="1"/>
          <p:nvPr/>
        </p:nvSpPr>
        <p:spPr>
          <a:xfrm>
            <a:off x="572875" y="209825"/>
            <a:ext cx="4307100" cy="381000"/>
          </a:xfrm>
          <a:prstGeom prst="rect">
            <a:avLst/>
          </a:prstGeom>
          <a:noFill/>
          <a:ln cap="flat" cmpd="sng" w="2857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FFFFFF"/>
                </a:solidFill>
                <a:latin typeface="Inter"/>
                <a:ea typeface="Inter"/>
                <a:cs typeface="Inter"/>
                <a:sym typeface="Inter"/>
              </a:rPr>
              <a:t>Very basic diagram of the process</a:t>
            </a:r>
            <a:endParaRPr b="1" sz="1500">
              <a:solidFill>
                <a:srgbClr val="FFFFFF"/>
              </a:solidFill>
              <a:latin typeface="Inter"/>
              <a:ea typeface="Inter"/>
              <a:cs typeface="Inter"/>
              <a:sym typeface="Inter"/>
            </a:endParaRPr>
          </a:p>
        </p:txBody>
      </p:sp>
      <p:sp>
        <p:nvSpPr>
          <p:cNvPr id="1570" name="Google Shape;1570;p98"/>
          <p:cNvSpPr txBox="1"/>
          <p:nvPr/>
        </p:nvSpPr>
        <p:spPr>
          <a:xfrm>
            <a:off x="6913800" y="3473175"/>
            <a:ext cx="2001600" cy="929100"/>
          </a:xfrm>
          <a:prstGeom prst="rect">
            <a:avLst/>
          </a:prstGeom>
          <a:noFill/>
          <a:ln cap="flat" cmpd="sng" w="2857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FFFFFF"/>
                </a:solidFill>
                <a:latin typeface="Inter"/>
                <a:ea typeface="Inter"/>
                <a:cs typeface="Inter"/>
                <a:sym typeface="Inter"/>
              </a:rPr>
              <a:t>This project I want to do the second most</a:t>
            </a:r>
            <a:endParaRPr b="1" sz="1500">
              <a:solidFill>
                <a:srgbClr val="FFFFFF"/>
              </a:solidFill>
              <a:latin typeface="Inter"/>
              <a:ea typeface="Inter"/>
              <a:cs typeface="Inter"/>
              <a:sym typeface="Inter"/>
            </a:endParaRPr>
          </a:p>
        </p:txBody>
      </p:sp>
      <p:pic>
        <p:nvPicPr>
          <p:cNvPr id="1571" name="Google Shape;1571;p98"/>
          <p:cNvPicPr preferRelativeResize="0"/>
          <p:nvPr/>
        </p:nvPicPr>
        <p:blipFill>
          <a:blip r:embed="rId3">
            <a:alphaModFix/>
          </a:blip>
          <a:stretch>
            <a:fillRect/>
          </a:stretch>
        </p:blipFill>
        <p:spPr>
          <a:xfrm>
            <a:off x="1260475" y="3338525"/>
            <a:ext cx="2178050" cy="1451519"/>
          </a:xfrm>
          <a:prstGeom prst="rect">
            <a:avLst/>
          </a:prstGeom>
          <a:noFill/>
          <a:ln>
            <a:noFill/>
          </a:ln>
        </p:spPr>
      </p:pic>
      <p:pic>
        <p:nvPicPr>
          <p:cNvPr id="1572" name="Google Shape;1572;p98"/>
          <p:cNvPicPr preferRelativeResize="0"/>
          <p:nvPr/>
        </p:nvPicPr>
        <p:blipFill>
          <a:blip r:embed="rId4">
            <a:alphaModFix/>
          </a:blip>
          <a:stretch>
            <a:fillRect/>
          </a:stretch>
        </p:blipFill>
        <p:spPr>
          <a:xfrm>
            <a:off x="4225475" y="3406113"/>
            <a:ext cx="1764175" cy="1316350"/>
          </a:xfrm>
          <a:prstGeom prst="rect">
            <a:avLst/>
          </a:prstGeom>
          <a:noFill/>
          <a:ln>
            <a:noFill/>
          </a:ln>
        </p:spPr>
      </p:pic>
      <p:sp>
        <p:nvSpPr>
          <p:cNvPr id="1565" name="Google Shape;1565;p98"/>
          <p:cNvSpPr/>
          <p:nvPr/>
        </p:nvSpPr>
        <p:spPr>
          <a:xfrm>
            <a:off x="2494600" y="1983213"/>
            <a:ext cx="1010400" cy="5718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lt2"/>
                </a:solidFill>
                <a:latin typeface="Inter"/>
                <a:ea typeface="Inter"/>
                <a:cs typeface="Inter"/>
                <a:sym typeface="Inter"/>
              </a:rPr>
              <a:t>Calculates speed based on position</a:t>
            </a:r>
            <a:endParaRPr sz="900">
              <a:solidFill>
                <a:schemeClr val="lt2"/>
              </a:solidFill>
              <a:latin typeface="Inter"/>
              <a:ea typeface="Inter"/>
              <a:cs typeface="Inter"/>
              <a:sym typeface="Inter"/>
            </a:endParaRPr>
          </a:p>
        </p:txBody>
      </p:sp>
      <p:cxnSp>
        <p:nvCxnSpPr>
          <p:cNvPr id="1573" name="Google Shape;1573;p98"/>
          <p:cNvCxnSpPr>
            <a:stCxn id="1562" idx="6"/>
          </p:cNvCxnSpPr>
          <p:nvPr/>
        </p:nvCxnSpPr>
        <p:spPr>
          <a:xfrm>
            <a:off x="6204900" y="1199700"/>
            <a:ext cx="637800" cy="2100"/>
          </a:xfrm>
          <a:prstGeom prst="straightConnector1">
            <a:avLst/>
          </a:prstGeom>
          <a:noFill/>
          <a:ln cap="flat" cmpd="sng" w="28575">
            <a:solidFill>
              <a:srgbClr val="FFFFFF"/>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99"/>
          <p:cNvSpPr txBox="1"/>
          <p:nvPr>
            <p:ph idx="9" type="title"/>
          </p:nvPr>
        </p:nvSpPr>
        <p:spPr>
          <a:xfrm>
            <a:off x="6771475"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4</a:t>
            </a:r>
            <a:endParaRPr sz="1500"/>
          </a:p>
        </p:txBody>
      </p:sp>
      <p:sp>
        <p:nvSpPr>
          <p:cNvPr id="1579" name="Google Shape;1579;p99"/>
          <p:cNvSpPr txBox="1"/>
          <p:nvPr>
            <p:ph idx="4" type="title"/>
          </p:nvPr>
        </p:nvSpPr>
        <p:spPr>
          <a:xfrm>
            <a:off x="4861750"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3</a:t>
            </a:r>
            <a:endParaRPr sz="1500"/>
          </a:p>
        </p:txBody>
      </p:sp>
      <p:sp>
        <p:nvSpPr>
          <p:cNvPr id="1580" name="Google Shape;1580;p99"/>
          <p:cNvSpPr txBox="1"/>
          <p:nvPr>
            <p:ph idx="5" type="title"/>
          </p:nvPr>
        </p:nvSpPr>
        <p:spPr>
          <a:xfrm>
            <a:off x="2952000"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2</a:t>
            </a:r>
            <a:endParaRPr sz="1500"/>
          </a:p>
        </p:txBody>
      </p:sp>
      <p:sp>
        <p:nvSpPr>
          <p:cNvPr id="1581" name="Google Shape;1581;p99"/>
          <p:cNvSpPr txBox="1"/>
          <p:nvPr>
            <p:ph type="title"/>
          </p:nvPr>
        </p:nvSpPr>
        <p:spPr>
          <a:xfrm>
            <a:off x="1042100" y="2897900"/>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1</a:t>
            </a:r>
            <a:endParaRPr sz="1500"/>
          </a:p>
        </p:txBody>
      </p:sp>
      <p:sp>
        <p:nvSpPr>
          <p:cNvPr id="1582" name="Google Shape;1582;p99"/>
          <p:cNvSpPr txBox="1"/>
          <p:nvPr>
            <p:ph idx="2" type="subTitle"/>
          </p:nvPr>
        </p:nvSpPr>
        <p:spPr>
          <a:xfrm>
            <a:off x="1040700" y="-175"/>
            <a:ext cx="2930100" cy="335100"/>
          </a:xfrm>
          <a:prstGeom prst="rect">
            <a:avLst/>
          </a:prstGeom>
        </p:spPr>
        <p:txBody>
          <a:bodyPr anchorCtr="0" anchor="ctr" bIns="91425" lIns="274300" spcFirstLastPara="1" rIns="91425" wrap="square" tIns="91425">
            <a:noAutofit/>
          </a:bodyPr>
          <a:lstStyle/>
          <a:p>
            <a:pPr indent="0" lvl="0" marL="0" rtl="0" algn="l">
              <a:lnSpc>
                <a:spcPct val="115000"/>
              </a:lnSpc>
              <a:spcBef>
                <a:spcPts val="0"/>
              </a:spcBef>
              <a:spcAft>
                <a:spcPts val="0"/>
              </a:spcAft>
              <a:buSzPts val="800"/>
              <a:buNone/>
            </a:pPr>
            <a:r>
              <a:rPr b="1" lang="en" sz="1800"/>
              <a:t>Context:</a:t>
            </a:r>
            <a:endParaRPr b="1" sz="1800"/>
          </a:p>
        </p:txBody>
      </p:sp>
      <p:sp>
        <p:nvSpPr>
          <p:cNvPr id="1583" name="Google Shape;1583;p99"/>
          <p:cNvSpPr txBox="1"/>
          <p:nvPr>
            <p:ph idx="7" type="title"/>
          </p:nvPr>
        </p:nvSpPr>
        <p:spPr>
          <a:xfrm flipH="1">
            <a:off x="1046150" y="772500"/>
            <a:ext cx="7304100" cy="2125500"/>
          </a:xfrm>
          <a:prstGeom prst="rect">
            <a:avLst/>
          </a:prstGeom>
        </p:spPr>
        <p:txBody>
          <a:bodyPr anchorCtr="0" anchor="t" bIns="91425" lIns="274300" spcFirstLastPara="1" rIns="91425" wrap="square" tIns="91425">
            <a:normAutofit/>
          </a:bodyPr>
          <a:lstStyle/>
          <a:p>
            <a:pPr indent="0" lvl="0" marL="0" rtl="0" algn="l">
              <a:lnSpc>
                <a:spcPct val="80000"/>
              </a:lnSpc>
              <a:spcBef>
                <a:spcPts val="0"/>
              </a:spcBef>
              <a:spcAft>
                <a:spcPts val="0"/>
              </a:spcAft>
              <a:buSzPts val="4400"/>
              <a:buNone/>
            </a:pPr>
            <a:r>
              <a:rPr b="1" lang="en" sz="1800" u="sng"/>
              <a:t>Automatic Pet Feeder:</a:t>
            </a:r>
            <a:endParaRPr b="1" sz="1800" u="sng"/>
          </a:p>
          <a:p>
            <a:pPr indent="0" lvl="0" marL="0" rtl="0" algn="l">
              <a:lnSpc>
                <a:spcPct val="80000"/>
              </a:lnSpc>
              <a:spcBef>
                <a:spcPts val="0"/>
              </a:spcBef>
              <a:spcAft>
                <a:spcPts val="0"/>
              </a:spcAft>
              <a:buSzPts val="4400"/>
              <a:buNone/>
            </a:pPr>
            <a:r>
              <a:t/>
            </a:r>
            <a:endParaRPr sz="1400"/>
          </a:p>
          <a:p>
            <a:pPr indent="0" lvl="0" marL="0" rtl="0" algn="l">
              <a:lnSpc>
                <a:spcPct val="80000"/>
              </a:lnSpc>
              <a:spcBef>
                <a:spcPts val="0"/>
              </a:spcBef>
              <a:spcAft>
                <a:spcPts val="0"/>
              </a:spcAft>
              <a:buSzPts val="4400"/>
              <a:buNone/>
            </a:pPr>
            <a:r>
              <a:rPr lang="en" sz="1400"/>
              <a:t>Sometimes people need to be away from the house, but obviously their pets still need to eat. So a control system which takes in data such as the weight of food in the bowl and time since last dispense can periodically feed pets while the owner is away. Same system could apply for water.</a:t>
            </a:r>
            <a:endParaRPr sz="1400"/>
          </a:p>
        </p:txBody>
      </p:sp>
      <p:sp>
        <p:nvSpPr>
          <p:cNvPr id="1584" name="Google Shape;1584;p99"/>
          <p:cNvSpPr txBox="1"/>
          <p:nvPr>
            <p:ph idx="8" type="subTitle"/>
          </p:nvPr>
        </p:nvSpPr>
        <p:spPr>
          <a:xfrm>
            <a:off x="1042100" y="3382075"/>
            <a:ext cx="19107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Variable Controlled:</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lang="en" sz="1200"/>
              <a:t>The amount of food let out into the bowl</a:t>
            </a:r>
            <a:endParaRPr sz="1200"/>
          </a:p>
        </p:txBody>
      </p:sp>
      <p:sp>
        <p:nvSpPr>
          <p:cNvPr id="1585" name="Google Shape;1585;p99"/>
          <p:cNvSpPr txBox="1"/>
          <p:nvPr>
            <p:ph idx="13" type="subTitle"/>
          </p:nvPr>
        </p:nvSpPr>
        <p:spPr>
          <a:xfrm>
            <a:off x="2800900" y="3382075"/>
            <a:ext cx="20613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Controller Benefit:</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b="1" lang="en" sz="1000">
                <a:latin typeface="Inter"/>
                <a:ea typeface="Inter"/>
                <a:cs typeface="Inter"/>
                <a:sym typeface="Inter"/>
              </a:rPr>
              <a:t>This allows for the automation of a process in a way that is still healthy for the pets.</a:t>
            </a:r>
            <a:endParaRPr b="1" sz="1000">
              <a:latin typeface="Inter"/>
              <a:ea typeface="Inter"/>
              <a:cs typeface="Inter"/>
              <a:sym typeface="Inter"/>
            </a:endParaRPr>
          </a:p>
        </p:txBody>
      </p:sp>
      <p:sp>
        <p:nvSpPr>
          <p:cNvPr id="1586" name="Google Shape;1586;p99"/>
          <p:cNvSpPr txBox="1"/>
          <p:nvPr>
            <p:ph idx="14" type="subTitle"/>
          </p:nvPr>
        </p:nvSpPr>
        <p:spPr>
          <a:xfrm>
            <a:off x="4808400" y="3382050"/>
            <a:ext cx="19650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Controller Goal:</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lang="en" sz="1200"/>
              <a:t>Will only dispense food so long as an allowable amount of food is in the bowl and enough time has passed since the last feeding</a:t>
            </a:r>
            <a:endParaRPr sz="1200"/>
          </a:p>
        </p:txBody>
      </p:sp>
      <p:sp>
        <p:nvSpPr>
          <p:cNvPr id="1587" name="Google Shape;1587;p99"/>
          <p:cNvSpPr txBox="1"/>
          <p:nvPr>
            <p:ph idx="15" type="subTitle"/>
          </p:nvPr>
        </p:nvSpPr>
        <p:spPr>
          <a:xfrm>
            <a:off x="6774250" y="3382050"/>
            <a:ext cx="1848900" cy="14475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b="1" lang="en" sz="1200" u="sng">
                <a:latin typeface="Inter"/>
                <a:ea typeface="Inter"/>
                <a:cs typeface="Inter"/>
                <a:sym typeface="Inter"/>
              </a:rPr>
              <a:t>Sensor Needed:</a:t>
            </a:r>
            <a:endParaRPr b="1" sz="1200" u="sng">
              <a:latin typeface="Inter"/>
              <a:ea typeface="Inter"/>
              <a:cs typeface="Inter"/>
              <a:sym typeface="Inter"/>
            </a:endParaRPr>
          </a:p>
          <a:p>
            <a:pPr indent="0" lvl="0" marL="0" rtl="0" algn="l">
              <a:lnSpc>
                <a:spcPct val="115000"/>
              </a:lnSpc>
              <a:spcBef>
                <a:spcPts val="0"/>
              </a:spcBef>
              <a:spcAft>
                <a:spcPts val="0"/>
              </a:spcAft>
              <a:buSzPts val="1800"/>
              <a:buNone/>
            </a:pPr>
            <a:r>
              <a:rPr lang="en" sz="1200"/>
              <a:t>A </a:t>
            </a:r>
            <a:r>
              <a:rPr lang="en" sz="1200"/>
              <a:t>sensor for bowl weight and a timer would be required.</a:t>
            </a:r>
            <a:endParaRPr sz="1200"/>
          </a:p>
        </p:txBody>
      </p:sp>
      <p:cxnSp>
        <p:nvCxnSpPr>
          <p:cNvPr id="1588" name="Google Shape;1588;p99"/>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589" name="Google Shape;1589;p99"/>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grpSp>
        <p:nvGrpSpPr>
          <p:cNvPr id="1590" name="Google Shape;1590;p99"/>
          <p:cNvGrpSpPr/>
          <p:nvPr/>
        </p:nvGrpSpPr>
        <p:grpSpPr>
          <a:xfrm rot="5400000">
            <a:off x="595827" y="890398"/>
            <a:ext cx="369896" cy="333900"/>
            <a:chOff x="96076" y="654376"/>
            <a:chExt cx="369896" cy="333900"/>
          </a:xfrm>
        </p:grpSpPr>
        <p:cxnSp>
          <p:nvCxnSpPr>
            <p:cNvPr id="1591" name="Google Shape;1591;p99"/>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1592" name="Google Shape;1592;p9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593" name="Google Shape;1593;p9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594" name="Google Shape;1594;p99"/>
          <p:cNvCxnSpPr/>
          <p:nvPr/>
        </p:nvCxnSpPr>
        <p:spPr>
          <a:xfrm>
            <a:off x="4861900" y="2897900"/>
            <a:ext cx="0" cy="2245800"/>
          </a:xfrm>
          <a:prstGeom prst="straightConnector1">
            <a:avLst/>
          </a:prstGeom>
          <a:noFill/>
          <a:ln cap="flat" cmpd="sng" w="9525">
            <a:solidFill>
              <a:schemeClr val="accent6"/>
            </a:solidFill>
            <a:prstDash val="solid"/>
            <a:round/>
            <a:headEnd len="sm" w="sm" type="none"/>
            <a:tailEnd len="sm" w="sm" type="none"/>
          </a:ln>
        </p:spPr>
      </p:cxnSp>
      <p:cxnSp>
        <p:nvCxnSpPr>
          <p:cNvPr id="1595" name="Google Shape;1595;p99"/>
          <p:cNvCxnSpPr/>
          <p:nvPr/>
        </p:nvCxnSpPr>
        <p:spPr>
          <a:xfrm>
            <a:off x="2950738" y="2897900"/>
            <a:ext cx="0" cy="2245800"/>
          </a:xfrm>
          <a:prstGeom prst="straightConnector1">
            <a:avLst/>
          </a:prstGeom>
          <a:noFill/>
          <a:ln cap="flat" cmpd="sng" w="9525">
            <a:solidFill>
              <a:schemeClr val="accent6"/>
            </a:solidFill>
            <a:prstDash val="solid"/>
            <a:round/>
            <a:headEnd len="sm" w="sm" type="none"/>
            <a:tailEnd len="sm" w="sm" type="none"/>
          </a:ln>
        </p:spPr>
      </p:cxnSp>
      <p:cxnSp>
        <p:nvCxnSpPr>
          <p:cNvPr id="1596" name="Google Shape;1596;p99"/>
          <p:cNvCxnSpPr/>
          <p:nvPr/>
        </p:nvCxnSpPr>
        <p:spPr>
          <a:xfrm rot="10800000">
            <a:off x="1040500" y="2897900"/>
            <a:ext cx="7582200" cy="0"/>
          </a:xfrm>
          <a:prstGeom prst="straightConnector1">
            <a:avLst/>
          </a:prstGeom>
          <a:noFill/>
          <a:ln cap="flat" cmpd="sng" w="9525">
            <a:solidFill>
              <a:schemeClr val="accent6"/>
            </a:solidFill>
            <a:prstDash val="solid"/>
            <a:round/>
            <a:headEnd len="sm" w="sm" type="none"/>
            <a:tailEnd len="sm" w="sm" type="none"/>
          </a:ln>
        </p:spPr>
      </p:cxnSp>
      <p:cxnSp>
        <p:nvCxnSpPr>
          <p:cNvPr id="1597" name="Google Shape;1597;p99"/>
          <p:cNvCxnSpPr/>
          <p:nvPr/>
        </p:nvCxnSpPr>
        <p:spPr>
          <a:xfrm>
            <a:off x="8623975" y="-200"/>
            <a:ext cx="0" cy="5143500"/>
          </a:xfrm>
          <a:prstGeom prst="straightConnector1">
            <a:avLst/>
          </a:prstGeom>
          <a:noFill/>
          <a:ln cap="flat" cmpd="sng" w="9525">
            <a:solidFill>
              <a:schemeClr val="accent6"/>
            </a:solidFill>
            <a:prstDash val="solid"/>
            <a:round/>
            <a:headEnd len="sm" w="sm" type="none"/>
            <a:tailEnd len="sm" w="sm" type="none"/>
          </a:ln>
        </p:spPr>
      </p:cxnSp>
      <p:cxnSp>
        <p:nvCxnSpPr>
          <p:cNvPr id="1598" name="Google Shape;1598;p99"/>
          <p:cNvCxnSpPr/>
          <p:nvPr/>
        </p:nvCxnSpPr>
        <p:spPr>
          <a:xfrm>
            <a:off x="6771475" y="2897900"/>
            <a:ext cx="0" cy="2245800"/>
          </a:xfrm>
          <a:prstGeom prst="straightConnector1">
            <a:avLst/>
          </a:prstGeom>
          <a:noFill/>
          <a:ln cap="flat" cmpd="sng" w="9525">
            <a:solidFill>
              <a:schemeClr val="accent6"/>
            </a:solidFill>
            <a:prstDash val="solid"/>
            <a:round/>
            <a:headEnd len="sm" w="sm" type="none"/>
            <a:tailEnd len="sm" w="sm" type="none"/>
          </a:ln>
        </p:spPr>
      </p:cxnSp>
      <p:cxnSp>
        <p:nvCxnSpPr>
          <p:cNvPr id="1599" name="Google Shape;1599;p99"/>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600" name="Google Shape;1600;p99"/>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sp>
        <p:nvSpPr>
          <p:cNvPr id="1605" name="Google Shape;1605;p100"/>
          <p:cNvSpPr/>
          <p:nvPr/>
        </p:nvSpPr>
        <p:spPr>
          <a:xfrm>
            <a:off x="2585625" y="748350"/>
            <a:ext cx="1302900" cy="8877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2"/>
                </a:solidFill>
                <a:latin typeface="Inter"/>
                <a:ea typeface="Inter"/>
                <a:cs typeface="Inter"/>
                <a:sym typeface="Inter"/>
              </a:rPr>
              <a:t>Controller</a:t>
            </a:r>
            <a:r>
              <a:rPr lang="en" sz="1000">
                <a:solidFill>
                  <a:schemeClr val="lt2"/>
                </a:solidFill>
                <a:latin typeface="Inter"/>
                <a:ea typeface="Inter"/>
                <a:cs typeface="Inter"/>
                <a:sym typeface="Inter"/>
              </a:rPr>
              <a:t>:</a:t>
            </a:r>
            <a:endParaRPr sz="1000">
              <a:solidFill>
                <a:schemeClr val="lt2"/>
              </a:solidFill>
              <a:latin typeface="Inter"/>
              <a:ea typeface="Inter"/>
              <a:cs typeface="Inter"/>
              <a:sym typeface="Inter"/>
            </a:endParaRPr>
          </a:p>
          <a:p>
            <a:pPr indent="0" lvl="0" marL="0" rtl="0" algn="l">
              <a:spcBef>
                <a:spcPts val="0"/>
              </a:spcBef>
              <a:spcAft>
                <a:spcPts val="0"/>
              </a:spcAft>
              <a:buNone/>
            </a:pPr>
            <a:r>
              <a:rPr lang="en" sz="1000">
                <a:solidFill>
                  <a:schemeClr val="lt2"/>
                </a:solidFill>
                <a:latin typeface="Inter"/>
                <a:ea typeface="Inter"/>
                <a:cs typeface="Inter"/>
                <a:sym typeface="Inter"/>
              </a:rPr>
              <a:t>Controls how much food is poured based on bowl weight and time</a:t>
            </a:r>
            <a:endParaRPr sz="1000">
              <a:solidFill>
                <a:schemeClr val="lt2"/>
              </a:solidFill>
              <a:latin typeface="Inter"/>
              <a:ea typeface="Inter"/>
              <a:cs typeface="Inter"/>
              <a:sym typeface="Inter"/>
            </a:endParaRPr>
          </a:p>
        </p:txBody>
      </p:sp>
      <p:cxnSp>
        <p:nvCxnSpPr>
          <p:cNvPr id="1606" name="Google Shape;1606;p100"/>
          <p:cNvCxnSpPr>
            <a:endCxn id="1607" idx="2"/>
          </p:cNvCxnSpPr>
          <p:nvPr/>
        </p:nvCxnSpPr>
        <p:spPr>
          <a:xfrm>
            <a:off x="1227200" y="1195500"/>
            <a:ext cx="637800" cy="4200"/>
          </a:xfrm>
          <a:prstGeom prst="straightConnector1">
            <a:avLst/>
          </a:prstGeom>
          <a:noFill/>
          <a:ln cap="flat" cmpd="sng" w="28575">
            <a:solidFill>
              <a:srgbClr val="FFFFFF"/>
            </a:solidFill>
            <a:prstDash val="solid"/>
            <a:round/>
            <a:headEnd len="med" w="med" type="none"/>
            <a:tailEnd len="med" w="med" type="triangle"/>
          </a:ln>
        </p:spPr>
      </p:cxnSp>
      <p:sp>
        <p:nvSpPr>
          <p:cNvPr id="1608" name="Google Shape;1608;p100"/>
          <p:cNvSpPr txBox="1"/>
          <p:nvPr/>
        </p:nvSpPr>
        <p:spPr>
          <a:xfrm>
            <a:off x="970450" y="897275"/>
            <a:ext cx="712200" cy="2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a:ea typeface="Inter"/>
                <a:cs typeface="Inter"/>
                <a:sym typeface="Inter"/>
              </a:rPr>
              <a:t>F(s)</a:t>
            </a:r>
            <a:endParaRPr sz="1200">
              <a:solidFill>
                <a:srgbClr val="FFFFFF"/>
              </a:solidFill>
              <a:latin typeface="Inter"/>
              <a:ea typeface="Inter"/>
              <a:cs typeface="Inter"/>
              <a:sym typeface="Inter"/>
            </a:endParaRPr>
          </a:p>
        </p:txBody>
      </p:sp>
      <p:sp>
        <p:nvSpPr>
          <p:cNvPr id="1609" name="Google Shape;1609;p100"/>
          <p:cNvSpPr/>
          <p:nvPr/>
        </p:nvSpPr>
        <p:spPr>
          <a:xfrm>
            <a:off x="4308300" y="1116900"/>
            <a:ext cx="182100" cy="16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10" name="Google Shape;1610;p100"/>
          <p:cNvCxnSpPr>
            <a:stCxn id="1605" idx="3"/>
            <a:endCxn id="1609" idx="2"/>
          </p:cNvCxnSpPr>
          <p:nvPr/>
        </p:nvCxnSpPr>
        <p:spPr>
          <a:xfrm>
            <a:off x="3888525" y="1192200"/>
            <a:ext cx="419700" cy="7500"/>
          </a:xfrm>
          <a:prstGeom prst="straightConnector1">
            <a:avLst/>
          </a:prstGeom>
          <a:noFill/>
          <a:ln cap="flat" cmpd="sng" w="28575">
            <a:solidFill>
              <a:srgbClr val="FFFFFF"/>
            </a:solidFill>
            <a:prstDash val="solid"/>
            <a:round/>
            <a:headEnd len="med" w="med" type="none"/>
            <a:tailEnd len="med" w="med" type="triangle"/>
          </a:ln>
        </p:spPr>
      </p:cxnSp>
      <p:cxnSp>
        <p:nvCxnSpPr>
          <p:cNvPr id="1611" name="Google Shape;1611;p100"/>
          <p:cNvCxnSpPr>
            <a:stCxn id="1609" idx="4"/>
          </p:cNvCxnSpPr>
          <p:nvPr/>
        </p:nvCxnSpPr>
        <p:spPr>
          <a:xfrm rot="5400000">
            <a:off x="3184050" y="584700"/>
            <a:ext cx="517500" cy="1913100"/>
          </a:xfrm>
          <a:prstGeom prst="bentConnector2">
            <a:avLst/>
          </a:prstGeom>
          <a:noFill/>
          <a:ln cap="flat" cmpd="sng" w="28575">
            <a:solidFill>
              <a:srgbClr val="FFFFFF"/>
            </a:solidFill>
            <a:prstDash val="solid"/>
            <a:round/>
            <a:headEnd len="med" w="med" type="none"/>
            <a:tailEnd len="med" w="med" type="none"/>
          </a:ln>
        </p:spPr>
      </p:cxnSp>
      <p:sp>
        <p:nvSpPr>
          <p:cNvPr id="1607" name="Google Shape;1607;p100"/>
          <p:cNvSpPr/>
          <p:nvPr/>
        </p:nvSpPr>
        <p:spPr>
          <a:xfrm>
            <a:off x="1865000" y="1116900"/>
            <a:ext cx="182100" cy="16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12" name="Google Shape;1612;p100"/>
          <p:cNvCxnSpPr>
            <a:endCxn id="1607" idx="4"/>
          </p:cNvCxnSpPr>
          <p:nvPr/>
        </p:nvCxnSpPr>
        <p:spPr>
          <a:xfrm rot="10800000">
            <a:off x="1956050" y="1282500"/>
            <a:ext cx="563400" cy="501000"/>
          </a:xfrm>
          <a:prstGeom prst="straightConnector1">
            <a:avLst/>
          </a:prstGeom>
          <a:noFill/>
          <a:ln cap="flat" cmpd="sng" w="28575">
            <a:solidFill>
              <a:srgbClr val="FFFFFF"/>
            </a:solidFill>
            <a:prstDash val="solid"/>
            <a:round/>
            <a:headEnd len="med" w="med" type="none"/>
            <a:tailEnd len="med" w="med" type="triangle"/>
          </a:ln>
        </p:spPr>
      </p:cxnSp>
      <p:cxnSp>
        <p:nvCxnSpPr>
          <p:cNvPr id="1613" name="Google Shape;1613;p100"/>
          <p:cNvCxnSpPr>
            <a:stCxn id="1607" idx="6"/>
            <a:endCxn id="1605" idx="1"/>
          </p:cNvCxnSpPr>
          <p:nvPr/>
        </p:nvCxnSpPr>
        <p:spPr>
          <a:xfrm flipH="1" rot="10800000">
            <a:off x="2047100" y="1192200"/>
            <a:ext cx="538500" cy="7500"/>
          </a:xfrm>
          <a:prstGeom prst="straightConnector1">
            <a:avLst/>
          </a:prstGeom>
          <a:noFill/>
          <a:ln cap="flat" cmpd="sng" w="28575">
            <a:solidFill>
              <a:srgbClr val="FFFFFF"/>
            </a:solidFill>
            <a:prstDash val="solid"/>
            <a:round/>
            <a:headEnd len="med" w="med" type="none"/>
            <a:tailEnd len="med" w="med" type="triangle"/>
          </a:ln>
        </p:spPr>
      </p:cxnSp>
      <p:sp>
        <p:nvSpPr>
          <p:cNvPr id="1614" name="Google Shape;1614;p100"/>
          <p:cNvSpPr txBox="1"/>
          <p:nvPr/>
        </p:nvSpPr>
        <p:spPr>
          <a:xfrm>
            <a:off x="4034238" y="838638"/>
            <a:ext cx="712200" cy="2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a:ea typeface="Inter"/>
                <a:cs typeface="Inter"/>
                <a:sym typeface="Inter"/>
              </a:rPr>
              <a:t>W</a:t>
            </a:r>
            <a:r>
              <a:rPr lang="en" sz="1200">
                <a:solidFill>
                  <a:srgbClr val="FFFFFF"/>
                </a:solidFill>
                <a:latin typeface="Inter"/>
                <a:ea typeface="Inter"/>
                <a:cs typeface="Inter"/>
                <a:sym typeface="Inter"/>
              </a:rPr>
              <a:t>(S)</a:t>
            </a:r>
            <a:endParaRPr sz="1200">
              <a:solidFill>
                <a:srgbClr val="FFFFFF"/>
              </a:solidFill>
              <a:latin typeface="Inter"/>
              <a:ea typeface="Inter"/>
              <a:cs typeface="Inter"/>
              <a:sym typeface="Inter"/>
            </a:endParaRPr>
          </a:p>
        </p:txBody>
      </p:sp>
      <p:cxnSp>
        <p:nvCxnSpPr>
          <p:cNvPr id="1615" name="Google Shape;1615;p100"/>
          <p:cNvCxnSpPr>
            <a:stCxn id="1609" idx="6"/>
            <a:endCxn id="1616" idx="1"/>
          </p:cNvCxnSpPr>
          <p:nvPr/>
        </p:nvCxnSpPr>
        <p:spPr>
          <a:xfrm flipH="1" rot="10800000">
            <a:off x="4490400" y="1197600"/>
            <a:ext cx="294600" cy="2100"/>
          </a:xfrm>
          <a:prstGeom prst="straightConnector1">
            <a:avLst/>
          </a:prstGeom>
          <a:noFill/>
          <a:ln cap="flat" cmpd="sng" w="28575">
            <a:solidFill>
              <a:srgbClr val="FFFFFF"/>
            </a:solidFill>
            <a:prstDash val="solid"/>
            <a:round/>
            <a:headEnd len="med" w="med" type="none"/>
            <a:tailEnd len="med" w="med" type="triangle"/>
          </a:ln>
        </p:spPr>
      </p:cxnSp>
      <p:sp>
        <p:nvSpPr>
          <p:cNvPr id="1616" name="Google Shape;1616;p100"/>
          <p:cNvSpPr/>
          <p:nvPr/>
        </p:nvSpPr>
        <p:spPr>
          <a:xfrm>
            <a:off x="4784950" y="778650"/>
            <a:ext cx="1362600" cy="8379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2"/>
                </a:solidFill>
                <a:latin typeface="Inter"/>
                <a:ea typeface="Inter"/>
                <a:cs typeface="Inter"/>
                <a:sym typeface="Inter"/>
              </a:rPr>
              <a:t>Process</a:t>
            </a:r>
            <a:r>
              <a:rPr lang="en" sz="1000">
                <a:solidFill>
                  <a:schemeClr val="lt2"/>
                </a:solidFill>
                <a:latin typeface="Inter"/>
                <a:ea typeface="Inter"/>
                <a:cs typeface="Inter"/>
                <a:sym typeface="Inter"/>
              </a:rPr>
              <a:t>:</a:t>
            </a:r>
            <a:endParaRPr sz="1000">
              <a:solidFill>
                <a:schemeClr val="lt2"/>
              </a:solidFill>
              <a:latin typeface="Inter"/>
              <a:ea typeface="Inter"/>
              <a:cs typeface="Inter"/>
              <a:sym typeface="Inter"/>
            </a:endParaRPr>
          </a:p>
          <a:p>
            <a:pPr indent="0" lvl="0" marL="0" rtl="0" algn="l">
              <a:spcBef>
                <a:spcPts val="0"/>
              </a:spcBef>
              <a:spcAft>
                <a:spcPts val="0"/>
              </a:spcAft>
              <a:buNone/>
            </a:pPr>
            <a:r>
              <a:rPr lang="en" sz="1000">
                <a:solidFill>
                  <a:schemeClr val="lt2"/>
                </a:solidFill>
                <a:latin typeface="Inter"/>
                <a:ea typeface="Inter"/>
                <a:cs typeface="Inter"/>
                <a:sym typeface="Inter"/>
              </a:rPr>
              <a:t>Starts timer after sensing weight has reached a certain point</a:t>
            </a:r>
            <a:endParaRPr sz="1000">
              <a:solidFill>
                <a:schemeClr val="lt2"/>
              </a:solidFill>
              <a:latin typeface="Inter"/>
              <a:ea typeface="Inter"/>
              <a:cs typeface="Inter"/>
              <a:sym typeface="Inter"/>
            </a:endParaRPr>
          </a:p>
        </p:txBody>
      </p:sp>
      <p:sp>
        <p:nvSpPr>
          <p:cNvPr id="1617" name="Google Shape;1617;p100"/>
          <p:cNvSpPr txBox="1"/>
          <p:nvPr/>
        </p:nvSpPr>
        <p:spPr>
          <a:xfrm>
            <a:off x="572875" y="209825"/>
            <a:ext cx="4307100" cy="381000"/>
          </a:xfrm>
          <a:prstGeom prst="rect">
            <a:avLst/>
          </a:prstGeom>
          <a:noFill/>
          <a:ln cap="flat" cmpd="sng" w="2857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FFFFFF"/>
                </a:solidFill>
                <a:latin typeface="Inter"/>
                <a:ea typeface="Inter"/>
                <a:cs typeface="Inter"/>
                <a:sym typeface="Inter"/>
              </a:rPr>
              <a:t>Very basic diagram of the process</a:t>
            </a:r>
            <a:endParaRPr b="1" sz="1500">
              <a:solidFill>
                <a:srgbClr val="FFFFFF"/>
              </a:solidFill>
              <a:latin typeface="Inter"/>
              <a:ea typeface="Inter"/>
              <a:cs typeface="Inter"/>
              <a:sym typeface="Inter"/>
            </a:endParaRPr>
          </a:p>
        </p:txBody>
      </p:sp>
      <p:cxnSp>
        <p:nvCxnSpPr>
          <p:cNvPr id="1618" name="Google Shape;1618;p100"/>
          <p:cNvCxnSpPr>
            <a:stCxn id="1616" idx="3"/>
            <a:endCxn id="1619" idx="2"/>
          </p:cNvCxnSpPr>
          <p:nvPr/>
        </p:nvCxnSpPr>
        <p:spPr>
          <a:xfrm>
            <a:off x="6147550" y="1197600"/>
            <a:ext cx="542400" cy="2100"/>
          </a:xfrm>
          <a:prstGeom prst="straightConnector1">
            <a:avLst/>
          </a:prstGeom>
          <a:noFill/>
          <a:ln cap="flat" cmpd="sng" w="28575">
            <a:solidFill>
              <a:srgbClr val="FFFFFF"/>
            </a:solidFill>
            <a:prstDash val="solid"/>
            <a:round/>
            <a:headEnd len="med" w="med" type="none"/>
            <a:tailEnd len="med" w="med" type="triangle"/>
          </a:ln>
        </p:spPr>
      </p:cxnSp>
      <p:sp>
        <p:nvSpPr>
          <p:cNvPr id="1619" name="Google Shape;1619;p100"/>
          <p:cNvSpPr/>
          <p:nvPr/>
        </p:nvSpPr>
        <p:spPr>
          <a:xfrm>
            <a:off x="6689800" y="1116900"/>
            <a:ext cx="182100" cy="165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20" name="Google Shape;1620;p100"/>
          <p:cNvCxnSpPr>
            <a:stCxn id="1619" idx="6"/>
          </p:cNvCxnSpPr>
          <p:nvPr/>
        </p:nvCxnSpPr>
        <p:spPr>
          <a:xfrm flipH="1" rot="10800000">
            <a:off x="6871900" y="1194900"/>
            <a:ext cx="759000" cy="4800"/>
          </a:xfrm>
          <a:prstGeom prst="straightConnector1">
            <a:avLst/>
          </a:prstGeom>
          <a:noFill/>
          <a:ln cap="flat" cmpd="sng" w="28575">
            <a:solidFill>
              <a:srgbClr val="FFFFFF"/>
            </a:solidFill>
            <a:prstDash val="solid"/>
            <a:round/>
            <a:headEnd len="med" w="med" type="none"/>
            <a:tailEnd len="med" w="med" type="triangle"/>
          </a:ln>
        </p:spPr>
      </p:cxnSp>
      <p:cxnSp>
        <p:nvCxnSpPr>
          <p:cNvPr id="1621" name="Google Shape;1621;p100"/>
          <p:cNvCxnSpPr>
            <a:stCxn id="1619" idx="4"/>
          </p:cNvCxnSpPr>
          <p:nvPr/>
        </p:nvCxnSpPr>
        <p:spPr>
          <a:xfrm rot="5400000">
            <a:off x="3988900" y="-758550"/>
            <a:ext cx="750900" cy="4833000"/>
          </a:xfrm>
          <a:prstGeom prst="bentConnector2">
            <a:avLst/>
          </a:prstGeom>
          <a:noFill/>
          <a:ln cap="flat" cmpd="sng" w="28575">
            <a:solidFill>
              <a:srgbClr val="FFFFFF"/>
            </a:solidFill>
            <a:prstDash val="solid"/>
            <a:round/>
            <a:headEnd len="med" w="med" type="none"/>
            <a:tailEnd len="med" w="med" type="none"/>
          </a:ln>
        </p:spPr>
      </p:cxnSp>
      <p:cxnSp>
        <p:nvCxnSpPr>
          <p:cNvPr id="1622" name="Google Shape;1622;p100"/>
          <p:cNvCxnSpPr>
            <a:endCxn id="1607" idx="4"/>
          </p:cNvCxnSpPr>
          <p:nvPr/>
        </p:nvCxnSpPr>
        <p:spPr>
          <a:xfrm flipH="1" rot="10800000">
            <a:off x="1939550" y="1282500"/>
            <a:ext cx="16500" cy="766200"/>
          </a:xfrm>
          <a:prstGeom prst="straightConnector1">
            <a:avLst/>
          </a:prstGeom>
          <a:noFill/>
          <a:ln cap="flat" cmpd="sng" w="28575">
            <a:solidFill>
              <a:srgbClr val="FFFFFF"/>
            </a:solidFill>
            <a:prstDash val="solid"/>
            <a:round/>
            <a:headEnd len="med" w="med" type="none"/>
            <a:tailEnd len="med" w="med" type="triangle"/>
          </a:ln>
        </p:spPr>
      </p:cxnSp>
      <p:sp>
        <p:nvSpPr>
          <p:cNvPr id="1623" name="Google Shape;1623;p100"/>
          <p:cNvSpPr txBox="1"/>
          <p:nvPr/>
        </p:nvSpPr>
        <p:spPr>
          <a:xfrm>
            <a:off x="6847375" y="3100475"/>
            <a:ext cx="2001600" cy="837900"/>
          </a:xfrm>
          <a:prstGeom prst="rect">
            <a:avLst/>
          </a:prstGeom>
          <a:noFill/>
          <a:ln cap="flat" cmpd="sng" w="2857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FFFFFF"/>
                </a:solidFill>
                <a:latin typeface="Inter"/>
                <a:ea typeface="Inter"/>
                <a:cs typeface="Inter"/>
                <a:sym typeface="Inter"/>
              </a:rPr>
              <a:t>This is the third project I would want to do</a:t>
            </a:r>
            <a:endParaRPr b="1" sz="1500">
              <a:solidFill>
                <a:srgbClr val="FFFFFF"/>
              </a:solidFill>
              <a:latin typeface="Inter"/>
              <a:ea typeface="Inter"/>
              <a:cs typeface="Inter"/>
              <a:sym typeface="Inter"/>
            </a:endParaRPr>
          </a:p>
        </p:txBody>
      </p:sp>
      <p:pic>
        <p:nvPicPr>
          <p:cNvPr id="1624" name="Google Shape;1624;p100"/>
          <p:cNvPicPr preferRelativeResize="0"/>
          <p:nvPr/>
        </p:nvPicPr>
        <p:blipFill>
          <a:blip r:embed="rId3">
            <a:alphaModFix/>
          </a:blip>
          <a:stretch>
            <a:fillRect/>
          </a:stretch>
        </p:blipFill>
        <p:spPr>
          <a:xfrm>
            <a:off x="689125" y="2754175"/>
            <a:ext cx="2236925" cy="2236925"/>
          </a:xfrm>
          <a:prstGeom prst="rect">
            <a:avLst/>
          </a:prstGeom>
          <a:noFill/>
          <a:ln cap="flat" cmpd="sng" w="28575">
            <a:solidFill>
              <a:schemeClr val="dk2"/>
            </a:solidFill>
            <a:prstDash val="solid"/>
            <a:round/>
            <a:headEnd len="sm" w="sm" type="none"/>
            <a:tailEnd len="sm" w="sm" type="none"/>
          </a:ln>
        </p:spPr>
      </p:pic>
      <p:pic>
        <p:nvPicPr>
          <p:cNvPr id="1625" name="Google Shape;1625;p100"/>
          <p:cNvPicPr preferRelativeResize="0"/>
          <p:nvPr/>
        </p:nvPicPr>
        <p:blipFill>
          <a:blip r:embed="rId4">
            <a:alphaModFix/>
          </a:blip>
          <a:stretch>
            <a:fillRect/>
          </a:stretch>
        </p:blipFill>
        <p:spPr>
          <a:xfrm>
            <a:off x="3643150" y="2789725"/>
            <a:ext cx="2165825" cy="2165825"/>
          </a:xfrm>
          <a:prstGeom prst="rect">
            <a:avLst/>
          </a:prstGeom>
          <a:noFill/>
          <a:ln cap="flat" cmpd="sng" w="28575">
            <a:solidFill>
              <a:schemeClr val="dk2"/>
            </a:solidFill>
            <a:prstDash val="solid"/>
            <a:round/>
            <a:headEnd len="sm" w="sm" type="none"/>
            <a:tailEnd len="sm" w="sm" type="none"/>
          </a:ln>
        </p:spPr>
      </p:pic>
      <p:sp>
        <p:nvSpPr>
          <p:cNvPr id="1626" name="Google Shape;1626;p100"/>
          <p:cNvSpPr txBox="1"/>
          <p:nvPr/>
        </p:nvSpPr>
        <p:spPr>
          <a:xfrm>
            <a:off x="6847363" y="778638"/>
            <a:ext cx="712200" cy="2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a:ea typeface="Inter"/>
                <a:cs typeface="Inter"/>
                <a:sym typeface="Inter"/>
              </a:rPr>
              <a:t>T</a:t>
            </a:r>
            <a:r>
              <a:rPr lang="en" sz="1200">
                <a:solidFill>
                  <a:srgbClr val="FFFFFF"/>
                </a:solidFill>
                <a:latin typeface="Inter"/>
                <a:ea typeface="Inter"/>
                <a:cs typeface="Inter"/>
                <a:sym typeface="Inter"/>
              </a:rPr>
              <a:t>(S)</a:t>
            </a:r>
            <a:endParaRPr sz="12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OARD MEETING">
  <a:themeElements>
    <a:clrScheme name="Simple Light">
      <a:dk1>
        <a:srgbClr val="E1DCD8"/>
      </a:dk1>
      <a:lt1>
        <a:srgbClr val="032C3C"/>
      </a:lt1>
      <a:dk2>
        <a:srgbClr val="381819"/>
      </a:dk2>
      <a:lt2>
        <a:srgbClr val="EAEAEA"/>
      </a:lt2>
      <a:accent1>
        <a:srgbClr val="BA351A"/>
      </a:accent1>
      <a:accent2>
        <a:srgbClr val="6B2A2D"/>
      </a:accent2>
      <a:accent3>
        <a:srgbClr val="E7D5A6"/>
      </a:accent3>
      <a:accent4>
        <a:srgbClr val="7EDA9C"/>
      </a:accent4>
      <a:accent5>
        <a:srgbClr val="90B3EC"/>
      </a:accent5>
      <a:accent6>
        <a:srgbClr val="E6C5B8"/>
      </a:accent6>
      <a:hlink>
        <a:srgbClr val="9E9E9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